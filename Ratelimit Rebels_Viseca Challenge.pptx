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71" r:id="rId3"/>
    <p:sldId id="263" r:id="rId4"/>
    <p:sldId id="266" r:id="rId5"/>
    <p:sldId id="265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7E838E"/>
    <a:srgbClr val="2D7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A28C8D-A5C9-449E-92AF-C27021765A0B}" v="34" dt="2026-09-25T09:53:56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4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zije Tairi" userId="df61c4969e5df40a" providerId="LiveId" clId="{1368AE67-9764-4CA6-8F2F-4A7019277A5F}"/>
    <pc:docChg chg="undo custSel addSld delSld modSld sldOrd">
      <pc:chgData name="Razije Tairi" userId="df61c4969e5df40a" providerId="LiveId" clId="{1368AE67-9764-4CA6-8F2F-4A7019277A5F}" dt="2026-09-25T09:54:41.586" v="2420" actId="1076"/>
      <pc:docMkLst>
        <pc:docMk/>
      </pc:docMkLst>
      <pc:sldChg chg="addSp delSp modSp del mod setBg">
        <pc:chgData name="Razije Tairi" userId="df61c4969e5df40a" providerId="LiveId" clId="{1368AE67-9764-4CA6-8F2F-4A7019277A5F}" dt="2026-09-24T23:19:24.557" v="685" actId="47"/>
        <pc:sldMkLst>
          <pc:docMk/>
          <pc:sldMk cId="0" sldId="256"/>
        </pc:sldMkLst>
        <pc:spChg chg="mod">
          <ac:chgData name="Razije Tairi" userId="df61c4969e5df40a" providerId="LiveId" clId="{1368AE67-9764-4CA6-8F2F-4A7019277A5F}" dt="2026-09-24T22:22:52.732" v="2" actId="14100"/>
          <ac:spMkLst>
            <pc:docMk/>
            <pc:sldMk cId="0" sldId="256"/>
            <ac:spMk id="2" creationId="{00000000-0000-0000-0000-000000000000}"/>
          </ac:spMkLst>
        </pc:spChg>
        <pc:spChg chg="del">
          <ac:chgData name="Razije Tairi" userId="df61c4969e5df40a" providerId="LiveId" clId="{1368AE67-9764-4CA6-8F2F-4A7019277A5F}" dt="2026-09-24T22:30:19.821" v="91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Razije Tairi" userId="df61c4969e5df40a" providerId="LiveId" clId="{1368AE67-9764-4CA6-8F2F-4A7019277A5F}" dt="2026-09-24T22:38:24.047" v="160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Razije Tairi" userId="df61c4969e5df40a" providerId="LiveId" clId="{1368AE67-9764-4CA6-8F2F-4A7019277A5F}" dt="2026-09-24T22:24:41.391" v="3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Razije Tairi" userId="df61c4969e5df40a" providerId="LiveId" clId="{1368AE67-9764-4CA6-8F2F-4A7019277A5F}" dt="2026-09-24T22:38:35.178" v="172" actId="10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azije Tairi" userId="df61c4969e5df40a" providerId="LiveId" clId="{1368AE67-9764-4CA6-8F2F-4A7019277A5F}" dt="2026-09-24T22:39:18.735" v="177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Razije Tairi" userId="df61c4969e5df40a" providerId="LiveId" clId="{1368AE67-9764-4CA6-8F2F-4A7019277A5F}" dt="2026-09-24T22:39:42.584" v="226" actId="1037"/>
          <ac:spMkLst>
            <pc:docMk/>
            <pc:sldMk cId="0" sldId="256"/>
            <ac:spMk id="9" creationId="{00000000-0000-0000-0000-000000000000}"/>
          </ac:spMkLst>
        </pc:spChg>
        <pc:spChg chg="mod">
          <ac:chgData name="Razije Tairi" userId="df61c4969e5df40a" providerId="LiveId" clId="{1368AE67-9764-4CA6-8F2F-4A7019277A5F}" dt="2026-09-24T22:34:17.442" v="125" actId="207"/>
          <ac:spMkLst>
            <pc:docMk/>
            <pc:sldMk cId="0" sldId="256"/>
            <ac:spMk id="10" creationId="{00000000-0000-0000-0000-000000000000}"/>
          </ac:spMkLst>
        </pc:spChg>
        <pc:picChg chg="del mod">
          <ac:chgData name="Razije Tairi" userId="df61c4969e5df40a" providerId="LiveId" clId="{1368AE67-9764-4CA6-8F2F-4A7019277A5F}" dt="2026-09-24T22:38:39.240" v="173" actId="21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Razije Tairi" userId="df61c4969e5df40a" providerId="LiveId" clId="{1368AE67-9764-4CA6-8F2F-4A7019277A5F}" dt="2026-09-24T22:38:31.501" v="162" actId="1076"/>
          <ac:picMkLst>
            <pc:docMk/>
            <pc:sldMk cId="0" sldId="256"/>
            <ac:picMk id="12" creationId="{FBFBAADD-446E-036C-9ABC-469F9EB49C4C}"/>
          </ac:picMkLst>
        </pc:picChg>
        <pc:picChg chg="add del mod ord">
          <ac:chgData name="Razije Tairi" userId="df61c4969e5df40a" providerId="LiveId" clId="{1368AE67-9764-4CA6-8F2F-4A7019277A5F}" dt="2026-09-24T22:37:44.417" v="152" actId="478"/>
          <ac:picMkLst>
            <pc:docMk/>
            <pc:sldMk cId="0" sldId="256"/>
            <ac:picMk id="14" creationId="{1B87490A-393C-5A23-5B45-005F8FEB0EAF}"/>
          </ac:picMkLst>
        </pc:picChg>
        <pc:picChg chg="add mod">
          <ac:chgData name="Razije Tairi" userId="df61c4969e5df40a" providerId="LiveId" clId="{1368AE67-9764-4CA6-8F2F-4A7019277A5F}" dt="2026-09-24T22:39:34.072" v="200" actId="1037"/>
          <ac:picMkLst>
            <pc:docMk/>
            <pc:sldMk cId="0" sldId="256"/>
            <ac:picMk id="16" creationId="{C881552F-D37D-3DDE-CF6F-F25F9597B7F7}"/>
          </ac:picMkLst>
        </pc:picChg>
      </pc:sldChg>
      <pc:sldChg chg="del">
        <pc:chgData name="Razije Tairi" userId="df61c4969e5df40a" providerId="LiveId" clId="{1368AE67-9764-4CA6-8F2F-4A7019277A5F}" dt="2026-09-24T23:49:50.799" v="1029" actId="47"/>
        <pc:sldMkLst>
          <pc:docMk/>
          <pc:sldMk cId="0" sldId="257"/>
        </pc:sldMkLst>
      </pc:sldChg>
      <pc:sldChg chg="del">
        <pc:chgData name="Razije Tairi" userId="df61c4969e5df40a" providerId="LiveId" clId="{1368AE67-9764-4CA6-8F2F-4A7019277A5F}" dt="2026-09-24T23:49:52.385" v="1030" actId="47"/>
        <pc:sldMkLst>
          <pc:docMk/>
          <pc:sldMk cId="0" sldId="258"/>
        </pc:sldMkLst>
      </pc:sldChg>
      <pc:sldChg chg="del">
        <pc:chgData name="Razije Tairi" userId="df61c4969e5df40a" providerId="LiveId" clId="{1368AE67-9764-4CA6-8F2F-4A7019277A5F}" dt="2026-09-24T23:49:54.428" v="1031" actId="47"/>
        <pc:sldMkLst>
          <pc:docMk/>
          <pc:sldMk cId="0" sldId="259"/>
        </pc:sldMkLst>
      </pc:sldChg>
      <pc:sldChg chg="del">
        <pc:chgData name="Razije Tairi" userId="df61c4969e5df40a" providerId="LiveId" clId="{1368AE67-9764-4CA6-8F2F-4A7019277A5F}" dt="2026-09-24T23:49:56.492" v="1032" actId="47"/>
        <pc:sldMkLst>
          <pc:docMk/>
          <pc:sldMk cId="0" sldId="260"/>
        </pc:sldMkLst>
      </pc:sldChg>
      <pc:sldChg chg="addSp delSp modSp add del mod setBg">
        <pc:chgData name="Razije Tairi" userId="df61c4969e5df40a" providerId="LiveId" clId="{1368AE67-9764-4CA6-8F2F-4A7019277A5F}" dt="2026-09-24T23:49:49.225" v="1028" actId="47"/>
        <pc:sldMkLst>
          <pc:docMk/>
          <pc:sldMk cId="3529217518" sldId="261"/>
        </pc:sldMkLst>
        <pc:spChg chg="add mod">
          <ac:chgData name="Razije Tairi" userId="df61c4969e5df40a" providerId="LiveId" clId="{1368AE67-9764-4CA6-8F2F-4A7019277A5F}" dt="2026-09-24T22:33:12.304" v="115" actId="1076"/>
          <ac:spMkLst>
            <pc:docMk/>
            <pc:sldMk cId="3529217518" sldId="261"/>
            <ac:spMk id="6" creationId="{0581FA8A-4D6B-EAE0-2045-B9D8026DCB48}"/>
          </ac:spMkLst>
        </pc:spChg>
        <pc:spChg chg="del">
          <ac:chgData name="Razije Tairi" userId="df61c4969e5df40a" providerId="LiveId" clId="{1368AE67-9764-4CA6-8F2F-4A7019277A5F}" dt="2026-09-24T22:31:48.921" v="101" actId="478"/>
          <ac:spMkLst>
            <pc:docMk/>
            <pc:sldMk cId="3529217518" sldId="261"/>
            <ac:spMk id="8" creationId="{D0FAF96E-9320-B7CE-9E4D-86B4E5F3238A}"/>
          </ac:spMkLst>
        </pc:spChg>
        <pc:spChg chg="del">
          <ac:chgData name="Razije Tairi" userId="df61c4969e5df40a" providerId="LiveId" clId="{1368AE67-9764-4CA6-8F2F-4A7019277A5F}" dt="2026-09-24T22:31:52.852" v="103" actId="478"/>
          <ac:spMkLst>
            <pc:docMk/>
            <pc:sldMk cId="3529217518" sldId="261"/>
            <ac:spMk id="9" creationId="{D37463E0-A8FE-0198-18E2-9A6E97DA764C}"/>
          </ac:spMkLst>
        </pc:spChg>
        <pc:spChg chg="add mod">
          <ac:chgData name="Razije Tairi" userId="df61c4969e5df40a" providerId="LiveId" clId="{1368AE67-9764-4CA6-8F2F-4A7019277A5F}" dt="2026-09-24T22:33:21.328" v="117" actId="14100"/>
          <ac:spMkLst>
            <pc:docMk/>
            <pc:sldMk cId="3529217518" sldId="261"/>
            <ac:spMk id="13" creationId="{16FD5846-A2E1-7B6E-8F72-CD0058CE206A}"/>
          </ac:spMkLst>
        </pc:spChg>
        <pc:spChg chg="add del">
          <ac:chgData name="Razije Tairi" userId="df61c4969e5df40a" providerId="LiveId" clId="{1368AE67-9764-4CA6-8F2F-4A7019277A5F}" dt="2026-09-24T22:32:12.347" v="107" actId="22"/>
          <ac:spMkLst>
            <pc:docMk/>
            <pc:sldMk cId="3529217518" sldId="261"/>
            <ac:spMk id="15" creationId="{39AD3F0F-9495-5D9C-2A28-E7B58D5F8491}"/>
          </ac:spMkLst>
        </pc:spChg>
        <pc:picChg chg="del mod">
          <ac:chgData name="Razije Tairi" userId="df61c4969e5df40a" providerId="LiveId" clId="{1368AE67-9764-4CA6-8F2F-4A7019277A5F}" dt="2026-09-24T22:32:32.934" v="110" actId="478"/>
          <ac:picMkLst>
            <pc:docMk/>
            <pc:sldMk cId="3529217518" sldId="261"/>
            <ac:picMk id="3" creationId="{11E01AB8-B03B-B7D1-0D4E-133C517DAB98}"/>
          </ac:picMkLst>
        </pc:picChg>
        <pc:picChg chg="add mod">
          <ac:chgData name="Razije Tairi" userId="df61c4969e5df40a" providerId="LiveId" clId="{1368AE67-9764-4CA6-8F2F-4A7019277A5F}" dt="2026-09-24T22:33:08.405" v="114" actId="1076"/>
          <ac:picMkLst>
            <pc:docMk/>
            <pc:sldMk cId="3529217518" sldId="261"/>
            <ac:picMk id="17" creationId="{E5E9D9D5-5A67-F334-7922-E26512EF1770}"/>
          </ac:picMkLst>
        </pc:picChg>
        <pc:picChg chg="add">
          <ac:chgData name="Razije Tairi" userId="df61c4969e5df40a" providerId="LiveId" clId="{1368AE67-9764-4CA6-8F2F-4A7019277A5F}" dt="2026-09-24T22:38:41.688" v="174" actId="22"/>
          <ac:picMkLst>
            <pc:docMk/>
            <pc:sldMk cId="3529217518" sldId="261"/>
            <ac:picMk id="19" creationId="{7F3FB98B-F0DD-AE7E-4B39-5A0FCCAF1105}"/>
          </ac:picMkLst>
        </pc:picChg>
      </pc:sldChg>
      <pc:sldChg chg="modSp add mod setBg">
        <pc:chgData name="Razije Tairi" userId="df61c4969e5df40a" providerId="LiveId" clId="{1368AE67-9764-4CA6-8F2F-4A7019277A5F}" dt="2026-09-24T23:41:10.906" v="884" actId="255"/>
        <pc:sldMkLst>
          <pc:docMk/>
          <pc:sldMk cId="2687369525" sldId="262"/>
        </pc:sldMkLst>
        <pc:spChg chg="mod">
          <ac:chgData name="Razije Tairi" userId="df61c4969e5df40a" providerId="LiveId" clId="{1368AE67-9764-4CA6-8F2F-4A7019277A5F}" dt="2026-09-24T22:46:07.665" v="410" actId="1036"/>
          <ac:spMkLst>
            <pc:docMk/>
            <pc:sldMk cId="2687369525" sldId="262"/>
            <ac:spMk id="5" creationId="{B313FA89-5220-F12E-07B4-334AA54E3159}"/>
          </ac:spMkLst>
        </pc:spChg>
        <pc:spChg chg="mod">
          <ac:chgData name="Razije Tairi" userId="df61c4969e5df40a" providerId="LiveId" clId="{1368AE67-9764-4CA6-8F2F-4A7019277A5F}" dt="2026-09-24T22:46:07.665" v="410" actId="1036"/>
          <ac:spMkLst>
            <pc:docMk/>
            <pc:sldMk cId="2687369525" sldId="262"/>
            <ac:spMk id="7" creationId="{FC9022E9-1DF5-7BE2-1CFA-DB7A7FD6E7D4}"/>
          </ac:spMkLst>
        </pc:spChg>
        <pc:spChg chg="mod">
          <ac:chgData name="Razije Tairi" userId="df61c4969e5df40a" providerId="LiveId" clId="{1368AE67-9764-4CA6-8F2F-4A7019277A5F}" dt="2026-09-24T23:41:10.906" v="884" actId="255"/>
          <ac:spMkLst>
            <pc:docMk/>
            <pc:sldMk cId="2687369525" sldId="262"/>
            <ac:spMk id="8" creationId="{E7D536CF-0AF0-902D-0FA0-5ACFFEFEC284}"/>
          </ac:spMkLst>
        </pc:spChg>
        <pc:spChg chg="mod">
          <ac:chgData name="Razije Tairi" userId="df61c4969e5df40a" providerId="LiveId" clId="{1368AE67-9764-4CA6-8F2F-4A7019277A5F}" dt="2026-09-24T22:45:40.525" v="355" actId="1076"/>
          <ac:spMkLst>
            <pc:docMk/>
            <pc:sldMk cId="2687369525" sldId="262"/>
            <ac:spMk id="9" creationId="{BDC675D4-3CDE-BD9A-EC2D-5C55DE70CCF5}"/>
          </ac:spMkLst>
        </pc:spChg>
        <pc:spChg chg="mod">
          <ac:chgData name="Razije Tairi" userId="df61c4969e5df40a" providerId="LiveId" clId="{1368AE67-9764-4CA6-8F2F-4A7019277A5F}" dt="2026-09-24T22:45:54.817" v="357" actId="1076"/>
          <ac:spMkLst>
            <pc:docMk/>
            <pc:sldMk cId="2687369525" sldId="262"/>
            <ac:spMk id="10" creationId="{F25BCB84-85F8-4580-E536-0ECC78B2CDAB}"/>
          </ac:spMkLst>
        </pc:spChg>
        <pc:picChg chg="mod">
          <ac:chgData name="Razije Tairi" userId="df61c4969e5df40a" providerId="LiveId" clId="{1368AE67-9764-4CA6-8F2F-4A7019277A5F}" dt="2026-09-24T22:46:07.665" v="410" actId="1036"/>
          <ac:picMkLst>
            <pc:docMk/>
            <pc:sldMk cId="2687369525" sldId="262"/>
            <ac:picMk id="12" creationId="{FE5713A7-2B5B-DB62-CA23-7D61A7F441E0}"/>
          </ac:picMkLst>
        </pc:picChg>
        <pc:picChg chg="mod">
          <ac:chgData name="Razije Tairi" userId="df61c4969e5df40a" providerId="LiveId" clId="{1368AE67-9764-4CA6-8F2F-4A7019277A5F}" dt="2026-09-24T22:45:36.092" v="354" actId="1076"/>
          <ac:picMkLst>
            <pc:docMk/>
            <pc:sldMk cId="2687369525" sldId="262"/>
            <ac:picMk id="16" creationId="{8A92EC00-BC1F-0BC7-2A6D-2FA203BDBB2D}"/>
          </ac:picMkLst>
        </pc:picChg>
      </pc:sldChg>
      <pc:sldChg chg="addSp delSp modSp add mod ord addAnim delAnim modAnim">
        <pc:chgData name="Razije Tairi" userId="df61c4969e5df40a" providerId="LiveId" clId="{1368AE67-9764-4CA6-8F2F-4A7019277A5F}" dt="2026-09-25T09:54:41.586" v="2420" actId="1076"/>
        <pc:sldMkLst>
          <pc:docMk/>
          <pc:sldMk cId="21290414" sldId="263"/>
        </pc:sldMkLst>
        <pc:spChg chg="add del mod">
          <ac:chgData name="Razije Tairi" userId="df61c4969e5df40a" providerId="LiveId" clId="{1368AE67-9764-4CA6-8F2F-4A7019277A5F}" dt="2026-09-25T06:58:09.550" v="1153" actId="478"/>
          <ac:spMkLst>
            <pc:docMk/>
            <pc:sldMk cId="21290414" sldId="263"/>
            <ac:spMk id="4" creationId="{080DDA98-AC8A-1D06-7701-88F4FB35D8DD}"/>
          </ac:spMkLst>
        </pc:spChg>
        <pc:spChg chg="mod">
          <ac:chgData name="Razije Tairi" userId="df61c4969e5df40a" providerId="LiveId" clId="{1368AE67-9764-4CA6-8F2F-4A7019277A5F}" dt="2026-09-25T09:54:12.860" v="2400" actId="1076"/>
          <ac:spMkLst>
            <pc:docMk/>
            <pc:sldMk cId="21290414" sldId="263"/>
            <ac:spMk id="5" creationId="{38F04336-D2FA-B1C6-1B1D-4F6D44D182AF}"/>
          </ac:spMkLst>
        </pc:spChg>
        <pc:spChg chg="mod">
          <ac:chgData name="Razije Tairi" userId="df61c4969e5df40a" providerId="LiveId" clId="{1368AE67-9764-4CA6-8F2F-4A7019277A5F}" dt="2026-09-25T09:54:12.860" v="2400" actId="1076"/>
          <ac:spMkLst>
            <pc:docMk/>
            <pc:sldMk cId="21290414" sldId="263"/>
            <ac:spMk id="7" creationId="{12E3C9E7-E1F8-575E-5788-82CD4BC89948}"/>
          </ac:spMkLst>
        </pc:spChg>
        <pc:spChg chg="del">
          <ac:chgData name="Razije Tairi" userId="df61c4969e5df40a" providerId="LiveId" clId="{1368AE67-9764-4CA6-8F2F-4A7019277A5F}" dt="2026-09-24T22:46:47.848" v="412" actId="478"/>
          <ac:spMkLst>
            <pc:docMk/>
            <pc:sldMk cId="21290414" sldId="263"/>
            <ac:spMk id="8" creationId="{D71FED14-244A-063A-E493-54EC2ED588C6}"/>
          </ac:spMkLst>
        </pc:spChg>
        <pc:spChg chg="add mod">
          <ac:chgData name="Razije Tairi" userId="df61c4969e5df40a" providerId="LiveId" clId="{1368AE67-9764-4CA6-8F2F-4A7019277A5F}" dt="2026-09-25T09:54:35.365" v="2419" actId="20577"/>
          <ac:spMkLst>
            <pc:docMk/>
            <pc:sldMk cId="21290414" sldId="263"/>
            <ac:spMk id="9" creationId="{289561EE-5F0A-52F6-6DAD-1A49F1A2A827}"/>
          </ac:spMkLst>
        </pc:spChg>
        <pc:spChg chg="del">
          <ac:chgData name="Razije Tairi" userId="df61c4969e5df40a" providerId="LiveId" clId="{1368AE67-9764-4CA6-8F2F-4A7019277A5F}" dt="2026-09-24T22:46:49.515" v="413" actId="478"/>
          <ac:spMkLst>
            <pc:docMk/>
            <pc:sldMk cId="21290414" sldId="263"/>
            <ac:spMk id="9" creationId="{4C17D47F-1A50-E007-096C-29CC856A0B7D}"/>
          </ac:spMkLst>
        </pc:spChg>
        <pc:spChg chg="mod">
          <ac:chgData name="Razije Tairi" userId="df61c4969e5df40a" providerId="LiveId" clId="{1368AE67-9764-4CA6-8F2F-4A7019277A5F}" dt="2026-09-25T09:54:41.586" v="2420" actId="1076"/>
          <ac:spMkLst>
            <pc:docMk/>
            <pc:sldMk cId="21290414" sldId="263"/>
            <ac:spMk id="10" creationId="{8FFF4BF1-8E41-9C63-8348-E54874ACD763}"/>
          </ac:spMkLst>
        </pc:spChg>
        <pc:spChg chg="add del">
          <ac:chgData name="Razije Tairi" userId="df61c4969e5df40a" providerId="LiveId" clId="{1368AE67-9764-4CA6-8F2F-4A7019277A5F}" dt="2026-09-24T22:47:05.201" v="417" actId="478"/>
          <ac:spMkLst>
            <pc:docMk/>
            <pc:sldMk cId="21290414" sldId="263"/>
            <ac:spMk id="11" creationId="{0B4B01C9-E817-47E9-3A07-FBB69BC659A7}"/>
          </ac:spMkLst>
        </pc:spChg>
        <pc:spChg chg="add del mod">
          <ac:chgData name="Razije Tairi" userId="df61c4969e5df40a" providerId="LiveId" clId="{1368AE67-9764-4CA6-8F2F-4A7019277A5F}" dt="2026-09-24T23:22:05.340" v="703" actId="478"/>
          <ac:spMkLst>
            <pc:docMk/>
            <pc:sldMk cId="21290414" sldId="263"/>
            <ac:spMk id="14" creationId="{AFC6CF1E-B819-A1EC-14BC-31EA8FB4D721}"/>
          </ac:spMkLst>
        </pc:spChg>
        <pc:picChg chg="add del mod">
          <ac:chgData name="Razije Tairi" userId="df61c4969e5df40a" providerId="LiveId" clId="{1368AE67-9764-4CA6-8F2F-4A7019277A5F}" dt="2026-09-25T09:53:42.586" v="2395" actId="478"/>
          <ac:picMkLst>
            <pc:docMk/>
            <pc:sldMk cId="21290414" sldId="263"/>
            <ac:picMk id="3" creationId="{A35A2EB3-3292-7A8B-30C9-9F6BCDA478CE}"/>
          </ac:picMkLst>
        </pc:picChg>
        <pc:picChg chg="add mod">
          <ac:chgData name="Razije Tairi" userId="df61c4969e5df40a" providerId="LiveId" clId="{1368AE67-9764-4CA6-8F2F-4A7019277A5F}" dt="2026-09-25T09:54:05.492" v="2399" actId="1076"/>
          <ac:picMkLst>
            <pc:docMk/>
            <pc:sldMk cId="21290414" sldId="263"/>
            <ac:picMk id="6" creationId="{51C97A4C-2AB0-8E06-C330-1E923AD6FB07}"/>
          </ac:picMkLst>
        </pc:picChg>
        <pc:picChg chg="mod">
          <ac:chgData name="Razije Tairi" userId="df61c4969e5df40a" providerId="LiveId" clId="{1368AE67-9764-4CA6-8F2F-4A7019277A5F}" dt="2026-09-25T09:54:12.860" v="2400" actId="1076"/>
          <ac:picMkLst>
            <pc:docMk/>
            <pc:sldMk cId="21290414" sldId="263"/>
            <ac:picMk id="12" creationId="{06AE1E87-10B9-CD11-3CBE-AA97AB85EDAF}"/>
          </ac:picMkLst>
        </pc:picChg>
        <pc:picChg chg="mod">
          <ac:chgData name="Razije Tairi" userId="df61c4969e5df40a" providerId="LiveId" clId="{1368AE67-9764-4CA6-8F2F-4A7019277A5F}" dt="2026-09-25T07:01:31.462" v="1207" actId="1076"/>
          <ac:picMkLst>
            <pc:docMk/>
            <pc:sldMk cId="21290414" sldId="263"/>
            <ac:picMk id="16" creationId="{D056CEF4-693C-5497-FB11-659B11502F11}"/>
          </ac:picMkLst>
        </pc:picChg>
      </pc:sldChg>
      <pc:sldChg chg="addSp delSp modSp add mod">
        <pc:chgData name="Razije Tairi" userId="df61c4969e5df40a" providerId="LiveId" clId="{1368AE67-9764-4CA6-8F2F-4A7019277A5F}" dt="2026-09-24T23:42:28.694" v="892" actId="1076"/>
        <pc:sldMkLst>
          <pc:docMk/>
          <pc:sldMk cId="1200612066" sldId="264"/>
        </pc:sldMkLst>
        <pc:spChg chg="del">
          <ac:chgData name="Razije Tairi" userId="df61c4969e5df40a" providerId="LiveId" clId="{1368AE67-9764-4CA6-8F2F-4A7019277A5F}" dt="2026-09-24T22:47:11.815" v="419" actId="478"/>
          <ac:spMkLst>
            <pc:docMk/>
            <pc:sldMk cId="1200612066" sldId="264"/>
            <ac:spMk id="4" creationId="{DBE8569E-44A9-7FD3-472C-3E8B3318A1BB}"/>
          </ac:spMkLst>
        </pc:spChg>
        <pc:spChg chg="add mod">
          <ac:chgData name="Razije Tairi" userId="df61c4969e5df40a" providerId="LiveId" clId="{1368AE67-9764-4CA6-8F2F-4A7019277A5F}" dt="2026-09-24T23:42:28.694" v="892" actId="1076"/>
          <ac:spMkLst>
            <pc:docMk/>
            <pc:sldMk cId="1200612066" sldId="264"/>
            <ac:spMk id="9" creationId="{959F66FF-CA21-816C-9F32-1DF2B47DD9E4}"/>
          </ac:spMkLst>
        </pc:spChg>
        <pc:spChg chg="del">
          <ac:chgData name="Razije Tairi" userId="df61c4969e5df40a" providerId="LiveId" clId="{1368AE67-9764-4CA6-8F2F-4A7019277A5F}" dt="2026-09-24T22:50:07.528" v="433" actId="478"/>
          <ac:spMkLst>
            <pc:docMk/>
            <pc:sldMk cId="1200612066" sldId="264"/>
            <ac:spMk id="10" creationId="{D27CD0D1-8730-0CD7-DD39-18F6995ECD27}"/>
          </ac:spMkLst>
        </pc:spChg>
        <pc:picChg chg="add mod">
          <ac:chgData name="Razije Tairi" userId="df61c4969e5df40a" providerId="LiveId" clId="{1368AE67-9764-4CA6-8F2F-4A7019277A5F}" dt="2026-09-24T22:50:11.728" v="434" actId="14100"/>
          <ac:picMkLst>
            <pc:docMk/>
            <pc:sldMk cId="1200612066" sldId="264"/>
            <ac:picMk id="6" creationId="{28200F71-6937-3FD7-23F1-34CAC9DC2044}"/>
          </ac:picMkLst>
        </pc:picChg>
        <pc:picChg chg="mod ord">
          <ac:chgData name="Razije Tairi" userId="df61c4969e5df40a" providerId="LiveId" clId="{1368AE67-9764-4CA6-8F2F-4A7019277A5F}" dt="2026-09-24T22:50:25.288" v="435" actId="14100"/>
          <ac:picMkLst>
            <pc:docMk/>
            <pc:sldMk cId="1200612066" sldId="264"/>
            <ac:picMk id="16" creationId="{1CAC5615-7F53-E491-23A2-EECBB14907A5}"/>
          </ac:picMkLst>
        </pc:picChg>
      </pc:sldChg>
      <pc:sldChg chg="addSp delSp modSp add mod ord">
        <pc:chgData name="Razije Tairi" userId="df61c4969e5df40a" providerId="LiveId" clId="{1368AE67-9764-4CA6-8F2F-4A7019277A5F}" dt="2026-09-24T23:42:02.481" v="889" actId="1076"/>
        <pc:sldMkLst>
          <pc:docMk/>
          <pc:sldMk cId="2854068961" sldId="265"/>
        </pc:sldMkLst>
        <pc:spChg chg="add del mod">
          <ac:chgData name="Razije Tairi" userId="df61c4969e5df40a" providerId="LiveId" clId="{1368AE67-9764-4CA6-8F2F-4A7019277A5F}" dt="2026-09-24T23:41:44.699" v="886" actId="478"/>
          <ac:spMkLst>
            <pc:docMk/>
            <pc:sldMk cId="2854068961" sldId="265"/>
            <ac:spMk id="4" creationId="{39520F09-D67A-7307-345B-36DA82BACC4E}"/>
          </ac:spMkLst>
        </pc:spChg>
        <pc:spChg chg="mod">
          <ac:chgData name="Razije Tairi" userId="df61c4969e5df40a" providerId="LiveId" clId="{1368AE67-9764-4CA6-8F2F-4A7019277A5F}" dt="2026-09-24T23:42:02.481" v="889" actId="1076"/>
          <ac:spMkLst>
            <pc:docMk/>
            <pc:sldMk cId="2854068961" sldId="265"/>
            <ac:spMk id="8" creationId="{65C24F5F-DC58-4F94-C555-A67CD2C0C703}"/>
          </ac:spMkLst>
        </pc:spChg>
        <pc:spChg chg="del">
          <ac:chgData name="Razije Tairi" userId="df61c4969e5df40a" providerId="LiveId" clId="{1368AE67-9764-4CA6-8F2F-4A7019277A5F}" dt="2026-09-24T22:50:47.247" v="445" actId="478"/>
          <ac:spMkLst>
            <pc:docMk/>
            <pc:sldMk cId="2854068961" sldId="265"/>
            <ac:spMk id="9" creationId="{8D171334-C709-2EEE-BA13-E2A0459E9F3E}"/>
          </ac:spMkLst>
        </pc:spChg>
      </pc:sldChg>
      <pc:sldChg chg="addSp delSp modSp add mod ord">
        <pc:chgData name="Razije Tairi" userId="df61c4969e5df40a" providerId="LiveId" clId="{1368AE67-9764-4CA6-8F2F-4A7019277A5F}" dt="2026-09-25T07:29:10.664" v="1393" actId="20577"/>
        <pc:sldMkLst>
          <pc:docMk/>
          <pc:sldMk cId="2242226359" sldId="266"/>
        </pc:sldMkLst>
        <pc:spChg chg="add mod">
          <ac:chgData name="Razije Tairi" userId="df61c4969e5df40a" providerId="LiveId" clId="{1368AE67-9764-4CA6-8F2F-4A7019277A5F}" dt="2026-09-24T23:51:48.367" v="1100" actId="20577"/>
          <ac:spMkLst>
            <pc:docMk/>
            <pc:sldMk cId="2242226359" sldId="266"/>
            <ac:spMk id="4" creationId="{9ED1A240-6430-9C14-5C07-D7E243BAF832}"/>
          </ac:spMkLst>
        </pc:spChg>
        <pc:spChg chg="mod">
          <ac:chgData name="Razije Tairi" userId="df61c4969e5df40a" providerId="LiveId" clId="{1368AE67-9764-4CA6-8F2F-4A7019277A5F}" dt="2026-09-24T23:14:47.444" v="653" actId="1036"/>
          <ac:spMkLst>
            <pc:docMk/>
            <pc:sldMk cId="2242226359" sldId="266"/>
            <ac:spMk id="5" creationId="{F9FCD31A-90D9-AE7B-2FEF-D0D14720A2B5}"/>
          </ac:spMkLst>
        </pc:spChg>
        <pc:spChg chg="mod">
          <ac:chgData name="Razije Tairi" userId="df61c4969e5df40a" providerId="LiveId" clId="{1368AE67-9764-4CA6-8F2F-4A7019277A5F}" dt="2026-09-24T23:14:47.444" v="653" actId="1036"/>
          <ac:spMkLst>
            <pc:docMk/>
            <pc:sldMk cId="2242226359" sldId="266"/>
            <ac:spMk id="7" creationId="{D0B91447-72F4-1C8F-D3F6-B892118580F0}"/>
          </ac:spMkLst>
        </pc:spChg>
        <pc:spChg chg="del">
          <ac:chgData name="Razije Tairi" userId="df61c4969e5df40a" providerId="LiveId" clId="{1368AE67-9764-4CA6-8F2F-4A7019277A5F}" dt="2026-09-24T22:51:16.275" v="449" actId="478"/>
          <ac:spMkLst>
            <pc:docMk/>
            <pc:sldMk cId="2242226359" sldId="266"/>
            <ac:spMk id="8" creationId="{467CC67B-40D2-C4C9-2DB8-111659D95F45}"/>
          </ac:spMkLst>
        </pc:spChg>
        <pc:spChg chg="del">
          <ac:chgData name="Razije Tairi" userId="df61c4969e5df40a" providerId="LiveId" clId="{1368AE67-9764-4CA6-8F2F-4A7019277A5F}" dt="2026-09-24T22:51:18.025" v="450" actId="478"/>
          <ac:spMkLst>
            <pc:docMk/>
            <pc:sldMk cId="2242226359" sldId="266"/>
            <ac:spMk id="9" creationId="{2904A1C6-4B47-55D9-DE9B-E8AB07DD1A08}"/>
          </ac:spMkLst>
        </pc:spChg>
        <pc:spChg chg="add mod">
          <ac:chgData name="Razije Tairi" userId="df61c4969e5df40a" providerId="LiveId" clId="{1368AE67-9764-4CA6-8F2F-4A7019277A5F}" dt="2026-09-24T23:52:21.312" v="1127" actId="6549"/>
          <ac:spMkLst>
            <pc:docMk/>
            <pc:sldMk cId="2242226359" sldId="266"/>
            <ac:spMk id="11" creationId="{BB761E56-0578-3145-3475-403D0A1A6AAC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17" creationId="{F0BD6268-C2E4-EDAF-9EFC-1D91A6F500B8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21" creationId="{32C91606-5B01-5566-4979-9B14BB0D5899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27" creationId="{E51D3F88-56D3-5C5E-9D4E-949BFC084C40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35" creationId="{10097654-8FEE-027A-6214-300C6759F6C9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37" creationId="{634CE98E-888C-658C-9A55-D81045EF90F3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45" creationId="{86258664-979C-4E8D-246D-3EA352EB4D85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47" creationId="{5DE3DEDD-44CE-7B8F-04C9-2A30D78AF501}"/>
          </ac:spMkLst>
        </pc:spChg>
        <pc:spChg chg="mod ord">
          <ac:chgData name="Razije Tairi" userId="df61c4969e5df40a" providerId="LiveId" clId="{1368AE67-9764-4CA6-8F2F-4A7019277A5F}" dt="2026-09-24T23:34:31.915" v="868" actId="20577"/>
          <ac:spMkLst>
            <pc:docMk/>
            <pc:sldMk cId="2242226359" sldId="266"/>
            <ac:spMk id="49" creationId="{BF7D9EC4-B832-D78E-6445-E1C086DFA7BD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51" creationId="{20DFD116-364B-56A9-6FF9-6DA23E454714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59" creationId="{9590815B-32DC-AAA2-A616-36D3A1E195B7}"/>
          </ac:spMkLst>
        </pc:spChg>
        <pc:spChg chg="add del mod">
          <ac:chgData name="Razije Tairi" userId="df61c4969e5df40a" providerId="LiveId" clId="{1368AE67-9764-4CA6-8F2F-4A7019277A5F}" dt="2026-09-24T23:12:46.436" v="568" actId="478"/>
          <ac:spMkLst>
            <pc:docMk/>
            <pc:sldMk cId="2242226359" sldId="266"/>
            <ac:spMk id="61" creationId="{5BD04AB1-68BA-89C3-98E6-51DFF7859D3D}"/>
          </ac:spMkLst>
        </pc:spChg>
        <pc:spChg chg="del">
          <ac:chgData name="Razije Tairi" userId="df61c4969e5df40a" providerId="LiveId" clId="{1368AE67-9764-4CA6-8F2F-4A7019277A5F}" dt="2026-09-24T23:40:27.035" v="880" actId="478"/>
          <ac:spMkLst>
            <pc:docMk/>
            <pc:sldMk cId="2242226359" sldId="266"/>
            <ac:spMk id="75" creationId="{E7532017-8205-C096-E08A-959E9AFB9830}"/>
          </ac:spMkLst>
        </pc:spChg>
        <pc:spChg chg="mod">
          <ac:chgData name="Razije Tairi" userId="df61c4969e5df40a" providerId="LiveId" clId="{1368AE67-9764-4CA6-8F2F-4A7019277A5F}" dt="2026-09-24T23:44:01.729" v="926" actId="20577"/>
          <ac:spMkLst>
            <pc:docMk/>
            <pc:sldMk cId="2242226359" sldId="266"/>
            <ac:spMk id="77" creationId="{2FF36EE6-0B3B-B9A9-A2EE-2DFE93DEC85D}"/>
          </ac:spMkLst>
        </pc:spChg>
        <pc:spChg chg="add mod">
          <ac:chgData name="Razije Tairi" userId="df61c4969e5df40a" providerId="LiveId" clId="{1368AE67-9764-4CA6-8F2F-4A7019277A5F}" dt="2026-09-24T23:48:17.340" v="1019" actId="20577"/>
          <ac:spMkLst>
            <pc:docMk/>
            <pc:sldMk cId="2242226359" sldId="266"/>
            <ac:spMk id="81" creationId="{DD9BD4E5-4BD0-DC86-3A53-B07CD5B973AE}"/>
          </ac:spMkLst>
        </pc:spChg>
        <pc:spChg chg="add mod">
          <ac:chgData name="Razije Tairi" userId="df61c4969e5df40a" providerId="LiveId" clId="{1368AE67-9764-4CA6-8F2F-4A7019277A5F}" dt="2026-09-24T23:12:56.877" v="612" actId="1038"/>
          <ac:spMkLst>
            <pc:docMk/>
            <pc:sldMk cId="2242226359" sldId="266"/>
            <ac:spMk id="85" creationId="{47914FE3-C010-4BC8-608A-8EA87CEF5232}"/>
          </ac:spMkLst>
        </pc:spChg>
        <pc:spChg chg="del">
          <ac:chgData name="Razije Tairi" userId="df61c4969e5df40a" providerId="LiveId" clId="{1368AE67-9764-4CA6-8F2F-4A7019277A5F}" dt="2026-09-24T23:40:29.217" v="881" actId="478"/>
          <ac:spMkLst>
            <pc:docMk/>
            <pc:sldMk cId="2242226359" sldId="266"/>
            <ac:spMk id="91" creationId="{CA6FB224-95D8-0954-AB7D-233DE274E71D}"/>
          </ac:spMkLst>
        </pc:spChg>
        <pc:spChg chg="add mod">
          <ac:chgData name="Razije Tairi" userId="df61c4969e5df40a" providerId="LiveId" clId="{1368AE67-9764-4CA6-8F2F-4A7019277A5F}" dt="2026-09-24T23:43:47.920" v="920" actId="114"/>
          <ac:spMkLst>
            <pc:docMk/>
            <pc:sldMk cId="2242226359" sldId="266"/>
            <ac:spMk id="93" creationId="{B8767568-7DAA-2F48-0D42-9846353BB43F}"/>
          </ac:spMkLst>
        </pc:spChg>
        <pc:spChg chg="add mod">
          <ac:chgData name="Razije Tairi" userId="df61c4969e5df40a" providerId="LiveId" clId="{1368AE67-9764-4CA6-8F2F-4A7019277A5F}" dt="2026-09-24T23:34:45.709" v="869" actId="114"/>
          <ac:spMkLst>
            <pc:docMk/>
            <pc:sldMk cId="2242226359" sldId="266"/>
            <ac:spMk id="97" creationId="{E048C533-9329-05FF-64E6-D6DFCD7AD5BC}"/>
          </ac:spMkLst>
        </pc:spChg>
        <pc:spChg chg="add mod">
          <ac:chgData name="Razije Tairi" userId="df61c4969e5df40a" providerId="LiveId" clId="{1368AE67-9764-4CA6-8F2F-4A7019277A5F}" dt="2026-09-24T23:12:56.877" v="612" actId="1038"/>
          <ac:spMkLst>
            <pc:docMk/>
            <pc:sldMk cId="2242226359" sldId="266"/>
            <ac:spMk id="101" creationId="{97F75691-30AD-F3DA-A50B-3DC95A8142EC}"/>
          </ac:spMkLst>
        </pc:spChg>
        <pc:spChg chg="del">
          <ac:chgData name="Razije Tairi" userId="df61c4969e5df40a" providerId="LiveId" clId="{1368AE67-9764-4CA6-8F2F-4A7019277A5F}" dt="2026-09-24T23:13:25.092" v="616" actId="478"/>
          <ac:spMkLst>
            <pc:docMk/>
            <pc:sldMk cId="2242226359" sldId="266"/>
            <ac:spMk id="107" creationId="{C02226AA-13A8-D810-73C2-CD2AEF179BCC}"/>
          </ac:spMkLst>
        </pc:spChg>
        <pc:spChg chg="mod">
          <ac:chgData name="Razije Tairi" userId="df61c4969e5df40a" providerId="LiveId" clId="{1368AE67-9764-4CA6-8F2F-4A7019277A5F}" dt="2026-09-24T23:15:48.834" v="656" actId="114"/>
          <ac:spMkLst>
            <pc:docMk/>
            <pc:sldMk cId="2242226359" sldId="266"/>
            <ac:spMk id="109" creationId="{144C9E2F-00BA-BE5E-B151-D365843A4C01}"/>
          </ac:spMkLst>
        </pc:spChg>
        <pc:spChg chg="add del mod">
          <ac:chgData name="Razije Tairi" userId="df61c4969e5df40a" providerId="LiveId" clId="{1368AE67-9764-4CA6-8F2F-4A7019277A5F}" dt="2026-09-24T23:13:39.053" v="634" actId="478"/>
          <ac:spMkLst>
            <pc:docMk/>
            <pc:sldMk cId="2242226359" sldId="266"/>
            <ac:spMk id="113" creationId="{0AD404D7-4C6C-ADE3-E188-0A523D23A501}"/>
          </ac:spMkLst>
        </pc:spChg>
        <pc:spChg chg="add mod">
          <ac:chgData name="Razije Tairi" userId="df61c4969e5df40a" providerId="LiveId" clId="{1368AE67-9764-4CA6-8F2F-4A7019277A5F}" dt="2026-09-24T23:12:56.877" v="612" actId="1038"/>
          <ac:spMkLst>
            <pc:docMk/>
            <pc:sldMk cId="2242226359" sldId="266"/>
            <ac:spMk id="119" creationId="{E811482B-14A5-D7FE-F087-320D854E09BF}"/>
          </ac:spMkLst>
        </pc:spChg>
        <pc:spChg chg="add del mod">
          <ac:chgData name="Razije Tairi" userId="df61c4969e5df40a" providerId="LiveId" clId="{1368AE67-9764-4CA6-8F2F-4A7019277A5F}" dt="2026-09-24T23:31:02.156" v="860" actId="478"/>
          <ac:spMkLst>
            <pc:docMk/>
            <pc:sldMk cId="2242226359" sldId="266"/>
            <ac:spMk id="123" creationId="{5D6060C1-C51F-845B-B1CC-84ED8B3BCFD6}"/>
          </ac:spMkLst>
        </pc:spChg>
        <pc:spChg chg="mod">
          <ac:chgData name="Razije Tairi" userId="df61c4969e5df40a" providerId="LiveId" clId="{1368AE67-9764-4CA6-8F2F-4A7019277A5F}" dt="2026-09-24T23:48:48.795" v="1022" actId="114"/>
          <ac:spMkLst>
            <pc:docMk/>
            <pc:sldMk cId="2242226359" sldId="266"/>
            <ac:spMk id="125" creationId="{AE3262CA-1F8B-1C57-A395-BA4DC9A531F3}"/>
          </ac:spMkLst>
        </pc:spChg>
        <pc:spChg chg="mod">
          <ac:chgData name="Razije Tairi" userId="df61c4969e5df40a" providerId="LiveId" clId="{1368AE67-9764-4CA6-8F2F-4A7019277A5F}" dt="2026-09-24T23:33:59.866" v="866" actId="114"/>
          <ac:spMkLst>
            <pc:docMk/>
            <pc:sldMk cId="2242226359" sldId="266"/>
            <ac:spMk id="129" creationId="{79CAF2FC-9881-FA59-6733-AFB42E8FC527}"/>
          </ac:spMkLst>
        </pc:spChg>
        <pc:spChg chg="add mod">
          <ac:chgData name="Razije Tairi" userId="df61c4969e5df40a" providerId="LiveId" clId="{1368AE67-9764-4CA6-8F2F-4A7019277A5F}" dt="2026-09-24T23:12:56.877" v="612" actId="1038"/>
          <ac:spMkLst>
            <pc:docMk/>
            <pc:sldMk cId="2242226359" sldId="266"/>
            <ac:spMk id="131" creationId="{6F876397-97B0-1E20-2011-D8490935447C}"/>
          </ac:spMkLst>
        </pc:spChg>
        <pc:spChg chg="add del mod">
          <ac:chgData name="Razije Tairi" userId="df61c4969e5df40a" providerId="LiveId" clId="{1368AE67-9764-4CA6-8F2F-4A7019277A5F}" dt="2026-09-24T23:40:33.582" v="882" actId="478"/>
          <ac:spMkLst>
            <pc:docMk/>
            <pc:sldMk cId="2242226359" sldId="266"/>
            <ac:spMk id="139" creationId="{B0687CD2-C103-61C6-B495-15E182F1D715}"/>
          </ac:spMkLst>
        </pc:spChg>
        <pc:spChg chg="mod">
          <ac:chgData name="Razije Tairi" userId="df61c4969e5df40a" providerId="LiveId" clId="{1368AE67-9764-4CA6-8F2F-4A7019277A5F}" dt="2026-09-25T06:55:11.673" v="1149" actId="108"/>
          <ac:spMkLst>
            <pc:docMk/>
            <pc:sldMk cId="2242226359" sldId="266"/>
            <ac:spMk id="141" creationId="{DF315736-B725-B4A3-1D21-FF0A73CDB510}"/>
          </ac:spMkLst>
        </pc:spChg>
        <pc:spChg chg="mod">
          <ac:chgData name="Razije Tairi" userId="df61c4969e5df40a" providerId="LiveId" clId="{1368AE67-9764-4CA6-8F2F-4A7019277A5F}" dt="2026-09-25T07:29:10.664" v="1393" actId="20577"/>
          <ac:spMkLst>
            <pc:docMk/>
            <pc:sldMk cId="2242226359" sldId="266"/>
            <ac:spMk id="145" creationId="{49D55BB9-B0C8-3AE8-33FB-FB4D5574221C}"/>
          </ac:spMkLst>
        </pc:spChg>
        <pc:spChg chg="add del mod">
          <ac:chgData name="Razije Tairi" userId="df61c4969e5df40a" providerId="LiveId" clId="{1368AE67-9764-4CA6-8F2F-4A7019277A5F}" dt="2026-09-24T23:38:17.028" v="879" actId="478"/>
          <ac:spMkLst>
            <pc:docMk/>
            <pc:sldMk cId="2242226359" sldId="266"/>
            <ac:spMk id="151" creationId="{69FDB287-F33E-DB64-EB3A-8F4C5AC2DD37}"/>
          </ac:spMkLst>
        </pc:spChg>
        <pc:picChg chg="add mod">
          <ac:chgData name="Razije Tairi" userId="df61c4969e5df40a" providerId="LiveId" clId="{1368AE67-9764-4CA6-8F2F-4A7019277A5F}" dt="2026-09-25T06:54:26.356" v="1131" actId="14100"/>
          <ac:picMkLst>
            <pc:docMk/>
            <pc:sldMk cId="2242226359" sldId="266"/>
            <ac:picMk id="6" creationId="{5769FB44-7CE3-DAF6-F184-AB2A8F18BCA8}"/>
          </ac:picMkLst>
        </pc:picChg>
        <pc:picChg chg="mod">
          <ac:chgData name="Razije Tairi" userId="df61c4969e5df40a" providerId="LiveId" clId="{1368AE67-9764-4CA6-8F2F-4A7019277A5F}" dt="2026-09-24T23:14:47.444" v="653" actId="1036"/>
          <ac:picMkLst>
            <pc:docMk/>
            <pc:sldMk cId="2242226359" sldId="266"/>
            <ac:picMk id="12" creationId="{73AD3279-FDB0-277D-E1EF-8F47CAD1759B}"/>
          </ac:picMkLst>
        </pc:picChg>
        <pc:picChg chg="mod">
          <ac:chgData name="Razije Tairi" userId="df61c4969e5df40a" providerId="LiveId" clId="{1368AE67-9764-4CA6-8F2F-4A7019277A5F}" dt="2026-09-24T23:01:19.796" v="563" actId="1076"/>
          <ac:picMkLst>
            <pc:docMk/>
            <pc:sldMk cId="2242226359" sldId="266"/>
            <ac:picMk id="16" creationId="{25B76E57-1164-0C00-AAEC-BA7E04FC42DA}"/>
          </ac:picMkLst>
        </pc:picChg>
        <pc:picChg chg="add del">
          <ac:chgData name="Razije Tairi" userId="df61c4969e5df40a" providerId="LiveId" clId="{1368AE67-9764-4CA6-8F2F-4A7019277A5F}" dt="2026-09-24T22:52:56.714" v="482" actId="22"/>
          <ac:picMkLst>
            <pc:docMk/>
            <pc:sldMk cId="2242226359" sldId="266"/>
            <ac:picMk id="63" creationId="{6B6BE900-9276-5AFA-E760-33E35F2C9FF5}"/>
          </ac:picMkLst>
        </pc:picChg>
        <pc:picChg chg="add mod ord">
          <ac:chgData name="Razije Tairi" userId="df61c4969e5df40a" providerId="LiveId" clId="{1368AE67-9764-4CA6-8F2F-4A7019277A5F}" dt="2026-09-24T23:13:13.851" v="615" actId="1076"/>
          <ac:picMkLst>
            <pc:docMk/>
            <pc:sldMk cId="2242226359" sldId="266"/>
            <ac:picMk id="65" creationId="{2DBE1ABB-5890-C60F-D745-C24BBDAC0322}"/>
          </ac:picMkLst>
        </pc:picChg>
        <pc:picChg chg="add mod">
          <ac:chgData name="Razije Tairi" userId="df61c4969e5df40a" providerId="LiveId" clId="{1368AE67-9764-4CA6-8F2F-4A7019277A5F}" dt="2026-09-24T23:31:34.826" v="863" actId="14100"/>
          <ac:picMkLst>
            <pc:docMk/>
            <pc:sldMk cId="2242226359" sldId="266"/>
            <ac:picMk id="147" creationId="{A4388DFF-2098-1096-58E7-C9A7BFEC7F19}"/>
          </ac:picMkLst>
        </pc:picChg>
        <pc:picChg chg="add del mod">
          <ac:chgData name="Razije Tairi" userId="df61c4969e5df40a" providerId="LiveId" clId="{1368AE67-9764-4CA6-8F2F-4A7019277A5F}" dt="2026-09-24T23:42:46.730" v="893" actId="478"/>
          <ac:picMkLst>
            <pc:docMk/>
            <pc:sldMk cId="2242226359" sldId="266"/>
            <ac:picMk id="149" creationId="{44DEBDCD-3C1D-4945-64F7-47262C650371}"/>
          </ac:picMkLst>
        </pc:picChg>
        <pc:picChg chg="add mod">
          <ac:chgData name="Razije Tairi" userId="df61c4969e5df40a" providerId="LiveId" clId="{1368AE67-9764-4CA6-8F2F-4A7019277A5F}" dt="2026-09-24T23:43:20.658" v="917" actId="1038"/>
          <ac:picMkLst>
            <pc:docMk/>
            <pc:sldMk cId="2242226359" sldId="266"/>
            <ac:picMk id="153" creationId="{EF3853E0-9F0C-F68A-1C0A-918C45E32B6B}"/>
          </ac:picMkLst>
        </pc:picChg>
        <pc:picChg chg="add mod">
          <ac:chgData name="Razije Tairi" userId="df61c4969e5df40a" providerId="LiveId" clId="{1368AE67-9764-4CA6-8F2F-4A7019277A5F}" dt="2026-09-24T23:49:24.257" v="1027" actId="1076"/>
          <ac:picMkLst>
            <pc:docMk/>
            <pc:sldMk cId="2242226359" sldId="266"/>
            <ac:picMk id="155" creationId="{D1962BE6-A8DC-CB78-1140-8D5155BE86B9}"/>
          </ac:picMkLst>
        </pc:picChg>
      </pc:sldChg>
      <pc:sldChg chg="add del">
        <pc:chgData name="Razije Tairi" userId="df61c4969e5df40a" providerId="LiveId" clId="{1368AE67-9764-4CA6-8F2F-4A7019277A5F}" dt="2026-09-25T07:29:18.880" v="1394" actId="47"/>
        <pc:sldMkLst>
          <pc:docMk/>
          <pc:sldMk cId="2811700347" sldId="267"/>
        </pc:sldMkLst>
      </pc:sldChg>
      <pc:sldChg chg="addSp delSp modSp add del mod ord">
        <pc:chgData name="Razije Tairi" userId="df61c4969e5df40a" providerId="LiveId" clId="{1368AE67-9764-4CA6-8F2F-4A7019277A5F}" dt="2026-09-25T09:47:43.290" v="2372" actId="2696"/>
        <pc:sldMkLst>
          <pc:docMk/>
          <pc:sldMk cId="2441660412" sldId="268"/>
        </pc:sldMkLst>
        <pc:spChg chg="del">
          <ac:chgData name="Razije Tairi" userId="df61c4969e5df40a" providerId="LiveId" clId="{1368AE67-9764-4CA6-8F2F-4A7019277A5F}" dt="2026-09-25T07:16:21.097" v="1275" actId="478"/>
          <ac:spMkLst>
            <pc:docMk/>
            <pc:sldMk cId="2441660412" sldId="268"/>
            <ac:spMk id="5" creationId="{8F661A4F-BFEB-9DE5-81C2-3346857164EA}"/>
          </ac:spMkLst>
        </pc:spChg>
        <pc:spChg chg="del">
          <ac:chgData name="Razije Tairi" userId="df61c4969e5df40a" providerId="LiveId" clId="{1368AE67-9764-4CA6-8F2F-4A7019277A5F}" dt="2026-09-25T07:16:19.490" v="1274" actId="478"/>
          <ac:spMkLst>
            <pc:docMk/>
            <pc:sldMk cId="2441660412" sldId="268"/>
            <ac:spMk id="7" creationId="{28C095BF-41F4-D261-6F62-B11A2DADFC0E}"/>
          </ac:spMkLst>
        </pc:spChg>
        <pc:spChg chg="mod">
          <ac:chgData name="Razije Tairi" userId="df61c4969e5df40a" providerId="LiveId" clId="{1368AE67-9764-4CA6-8F2F-4A7019277A5F}" dt="2026-09-25T07:21:53.276" v="1335" actId="1076"/>
          <ac:spMkLst>
            <pc:docMk/>
            <pc:sldMk cId="2441660412" sldId="268"/>
            <ac:spMk id="8" creationId="{63ED39AD-6108-FEEB-19FF-D1B8F13EEF2E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9" creationId="{AB6B2B38-0A63-E5ED-F7ED-ED6401CC4D5A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13" creationId="{0FE7DCEC-5DF0-3F30-8B75-328B99395EC2}"/>
          </ac:spMkLst>
        </pc:spChg>
        <pc:spChg chg="add 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15" creationId="{18D4EF8C-F770-5EEE-AF40-EDD10F5A6DD0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22" creationId="{AD7D4435-D3A1-AFF6-83A5-AF0A8B718C00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24" creationId="{1625AFB4-524A-CC97-1DFA-F2DD3C59B100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30" creationId="{E0D835C2-741E-0A29-ED04-50AA0955E814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40" creationId="{9952A263-14CC-B61C-2486-76FA28BA920D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44" creationId="{86FD84A2-CEA7-1E88-EDA7-1689B637B82D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52" creationId="{B533221C-A5C0-F145-C5B9-4B3452CE84A7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56" creationId="{A2585DFD-8092-41A6-F8C5-F6DDB3668C7C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82" creationId="{05D9D6C9-AF15-1C3A-8D7A-C742889588BF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88" creationId="{09EF325B-E7AC-ECA9-CEDE-CC8B759EF753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94" creationId="{43EB24BA-6EE6-01FF-CC03-812C275F6305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98" creationId="{504152D8-64F4-6ADD-2D12-94CEA0EC4AE0}"/>
          </ac:spMkLst>
        </pc:spChg>
        <pc:spChg chg="del">
          <ac:chgData name="Razije Tairi" userId="df61c4969e5df40a" providerId="LiveId" clId="{1368AE67-9764-4CA6-8F2F-4A7019277A5F}" dt="2026-09-25T07:15:12.248" v="1269" actId="22"/>
          <ac:spMkLst>
            <pc:docMk/>
            <pc:sldMk cId="2441660412" sldId="268"/>
            <ac:spMk id="100" creationId="{A0262F5C-0631-55B7-AF23-0A9D1F3D9A28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106" creationId="{67CF619D-E02E-C0B8-8D47-AC1DFA35EA6F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108" creationId="{1288B74F-D6CD-BD83-3814-89B5987A7F13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128" creationId="{676CAA9B-1467-1A68-733D-A25992F1B35F}"/>
          </ac:spMkLst>
        </pc:spChg>
        <pc:spChg chg="add">
          <ac:chgData name="Razije Tairi" userId="df61c4969e5df40a" providerId="LiveId" clId="{1368AE67-9764-4CA6-8F2F-4A7019277A5F}" dt="2026-09-25T07:15:02.466" v="1266" actId="22"/>
          <ac:spMkLst>
            <pc:docMk/>
            <pc:sldMk cId="2441660412" sldId="268"/>
            <ac:spMk id="130" creationId="{242C620F-C29B-7B96-9F05-D10B1FDFDC20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142" creationId="{6A8997E4-3054-A173-8261-594691771BCA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146" creationId="{C7794C2C-5275-515B-1CA8-FF38E3AF6338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148" creationId="{06459EFD-DD38-0C07-71F2-52F027A794FD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152" creationId="{3FD05F7F-BA4C-6C56-8C3A-3AEB486609C6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160" creationId="{73614E99-7037-0A7D-FA14-6136B4361D0E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206" creationId="{63216B88-3FB1-15ED-38B9-ACBBEBFA331B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214" creationId="{2F90E8E6-9E70-D44D-33AA-D9BC81E4A5C9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234" creationId="{C727EF9B-23A2-CB76-3622-D44849654E0A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262" creationId="{EBF82262-8F06-E8AF-9BD4-F87DF2C4E1A5}"/>
          </ac:spMkLst>
        </pc:spChg>
        <pc:spChg chg="add del">
          <ac:chgData name="Razije Tairi" userId="df61c4969e5df40a" providerId="LiveId" clId="{1368AE67-9764-4CA6-8F2F-4A7019277A5F}" dt="2026-09-25T07:15:10.487" v="1268" actId="22"/>
          <ac:spMkLst>
            <pc:docMk/>
            <pc:sldMk cId="2441660412" sldId="268"/>
            <ac:spMk id="270" creationId="{2AF6D32D-CFF6-81F1-C153-92D57D00B4B5}"/>
          </ac:spMkLst>
        </pc:spChg>
        <pc:spChg chg="mod">
          <ac:chgData name="Razije Tairi" userId="df61c4969e5df40a" providerId="LiveId" clId="{1368AE67-9764-4CA6-8F2F-4A7019277A5F}" dt="2026-09-25T08:29:25.818" v="1402" actId="14100"/>
          <ac:spMkLst>
            <pc:docMk/>
            <pc:sldMk cId="2441660412" sldId="268"/>
            <ac:spMk id="274" creationId="{3036744D-BBB6-3C39-2E9A-A8852205502A}"/>
          </ac:spMkLst>
        </pc:spChg>
        <pc:spChg chg="mod">
          <ac:chgData name="Razije Tairi" userId="df61c4969e5df40a" providerId="LiveId" clId="{1368AE67-9764-4CA6-8F2F-4A7019277A5F}" dt="2026-09-25T08:29:36.264" v="1403" actId="14100"/>
          <ac:spMkLst>
            <pc:docMk/>
            <pc:sldMk cId="2441660412" sldId="268"/>
            <ac:spMk id="280" creationId="{B7961275-9E37-124A-5822-FA648FC7B35C}"/>
          </ac:spMkLst>
        </pc:spChg>
        <pc:spChg chg="mod">
          <ac:chgData name="Razije Tairi" userId="df61c4969e5df40a" providerId="LiveId" clId="{1368AE67-9764-4CA6-8F2F-4A7019277A5F}" dt="2026-09-25T08:29:56.316" v="1406" actId="14100"/>
          <ac:spMkLst>
            <pc:docMk/>
            <pc:sldMk cId="2441660412" sldId="268"/>
            <ac:spMk id="284" creationId="{4687C131-DC54-D1CB-B4F4-2D7C19AC209A}"/>
          </ac:spMkLst>
        </pc:spChg>
        <pc:spChg chg="mod">
          <ac:chgData name="Razije Tairi" userId="df61c4969e5df40a" providerId="LiveId" clId="{1368AE67-9764-4CA6-8F2F-4A7019277A5F}" dt="2026-09-25T08:30:17.009" v="1408" actId="14100"/>
          <ac:spMkLst>
            <pc:docMk/>
            <pc:sldMk cId="2441660412" sldId="268"/>
            <ac:spMk id="286" creationId="{9648F33D-B2AD-A0D8-3FEE-D5D73E3E20DE}"/>
          </ac:spMkLst>
        </pc:spChg>
        <pc:spChg chg="add">
          <ac:chgData name="Razije Tairi" userId="df61c4969e5df40a" providerId="LiveId" clId="{1368AE67-9764-4CA6-8F2F-4A7019277A5F}" dt="2026-09-25T07:15:31.266" v="1270" actId="22"/>
          <ac:spMkLst>
            <pc:docMk/>
            <pc:sldMk cId="2441660412" sldId="268"/>
            <ac:spMk id="288" creationId="{CE5A7808-73D7-5B6A-4656-22C130746C00}"/>
          </ac:spMkLst>
        </pc:spChg>
        <pc:spChg chg="add mod">
          <ac:chgData name="Razije Tairi" userId="df61c4969e5df40a" providerId="LiveId" clId="{1368AE67-9764-4CA6-8F2F-4A7019277A5F}" dt="2026-09-25T08:29:51.604" v="1405" actId="14100"/>
          <ac:spMkLst>
            <pc:docMk/>
            <pc:sldMk cId="2441660412" sldId="268"/>
            <ac:spMk id="290" creationId="{805F7AFF-7609-594E-4DF6-5FC59BA6ABF8}"/>
          </ac:spMkLst>
        </pc:spChg>
        <pc:spChg chg="add">
          <ac:chgData name="Razije Tairi" userId="df61c4969e5df40a" providerId="LiveId" clId="{1368AE67-9764-4CA6-8F2F-4A7019277A5F}" dt="2026-09-25T07:15:31.266" v="1270" actId="22"/>
          <ac:spMkLst>
            <pc:docMk/>
            <pc:sldMk cId="2441660412" sldId="268"/>
            <ac:spMk id="294" creationId="{C316ED55-78A6-095F-ACE5-2D9833580BAE}"/>
          </ac:spMkLst>
        </pc:spChg>
        <pc:spChg chg="mod">
          <ac:chgData name="Razije Tairi" userId="df61c4969e5df40a" providerId="LiveId" clId="{1368AE67-9764-4CA6-8F2F-4A7019277A5F}" dt="2026-09-25T07:18:22.744" v="1292" actId="14100"/>
          <ac:spMkLst>
            <pc:docMk/>
            <pc:sldMk cId="2441660412" sldId="268"/>
            <ac:spMk id="300" creationId="{0661FEAD-22E4-86AB-AB6C-17F88AD04377}"/>
          </ac:spMkLst>
        </pc:spChg>
        <pc:spChg chg="mod">
          <ac:chgData name="Razije Tairi" userId="df61c4969e5df40a" providerId="LiveId" clId="{1368AE67-9764-4CA6-8F2F-4A7019277A5F}" dt="2026-09-25T07:27:25.930" v="1351" actId="255"/>
          <ac:spMkLst>
            <pc:docMk/>
            <pc:sldMk cId="2441660412" sldId="268"/>
            <ac:spMk id="304" creationId="{4E3362A0-EEF6-9FAC-3B10-612B5554B95A}"/>
          </ac:spMkLst>
        </pc:spChg>
        <pc:spChg chg="mod">
          <ac:chgData name="Razije Tairi" userId="df61c4969e5df40a" providerId="LiveId" clId="{1368AE67-9764-4CA6-8F2F-4A7019277A5F}" dt="2026-09-25T07:18:34.999" v="1294" actId="14100"/>
          <ac:spMkLst>
            <pc:docMk/>
            <pc:sldMk cId="2441660412" sldId="268"/>
            <ac:spMk id="306" creationId="{A7A71557-AEE7-53FA-3CF3-ABFEC4856CCC}"/>
          </ac:spMkLst>
        </pc:spChg>
        <pc:spChg chg="mod">
          <ac:chgData name="Razije Tairi" userId="df61c4969e5df40a" providerId="LiveId" clId="{1368AE67-9764-4CA6-8F2F-4A7019277A5F}" dt="2026-09-25T07:27:25.930" v="1351" actId="255"/>
          <ac:spMkLst>
            <pc:docMk/>
            <pc:sldMk cId="2441660412" sldId="268"/>
            <ac:spMk id="310" creationId="{EBC4E34B-90D0-2204-440C-01F445F11DAA}"/>
          </ac:spMkLst>
        </pc:spChg>
        <pc:spChg chg="add mod">
          <ac:chgData name="Razije Tairi" userId="df61c4969e5df40a" providerId="LiveId" clId="{1368AE67-9764-4CA6-8F2F-4A7019277A5F}" dt="2026-09-25T07:18:43.755" v="1297" actId="14100"/>
          <ac:spMkLst>
            <pc:docMk/>
            <pc:sldMk cId="2441660412" sldId="268"/>
            <ac:spMk id="312" creationId="{B9699D34-54C7-9EF0-1D19-42833529BF56}"/>
          </ac:spMkLst>
        </pc:spChg>
        <pc:spChg chg="mod">
          <ac:chgData name="Razije Tairi" userId="df61c4969e5df40a" providerId="LiveId" clId="{1368AE67-9764-4CA6-8F2F-4A7019277A5F}" dt="2026-09-25T07:27:25.930" v="1351" actId="255"/>
          <ac:spMkLst>
            <pc:docMk/>
            <pc:sldMk cId="2441660412" sldId="268"/>
            <ac:spMk id="316" creationId="{0C1940ED-4303-D615-6699-599C38DDD0F7}"/>
          </ac:spMkLst>
        </pc:spChg>
        <pc:spChg chg="add mod">
          <ac:chgData name="Razije Tairi" userId="df61c4969e5df40a" providerId="LiveId" clId="{1368AE67-9764-4CA6-8F2F-4A7019277A5F}" dt="2026-09-25T07:20:17.371" v="1313" actId="14100"/>
          <ac:spMkLst>
            <pc:docMk/>
            <pc:sldMk cId="2441660412" sldId="268"/>
            <ac:spMk id="318" creationId="{1EF6F96D-2150-09F8-FA61-C92D2D23AC6F}"/>
          </ac:spMkLst>
        </pc:spChg>
        <pc:spChg chg="mod">
          <ac:chgData name="Razije Tairi" userId="df61c4969e5df40a" providerId="LiveId" clId="{1368AE67-9764-4CA6-8F2F-4A7019277A5F}" dt="2026-09-25T07:27:25.930" v="1351" actId="255"/>
          <ac:spMkLst>
            <pc:docMk/>
            <pc:sldMk cId="2441660412" sldId="268"/>
            <ac:spMk id="322" creationId="{D4E4F5A4-A627-7198-EC1A-E2D3DD05DAFA}"/>
          </ac:spMkLst>
        </pc:spChg>
        <pc:spChg chg="add">
          <ac:chgData name="Razije Tairi" userId="df61c4969e5df40a" providerId="LiveId" clId="{1368AE67-9764-4CA6-8F2F-4A7019277A5F}" dt="2026-09-25T07:15:31.266" v="1270" actId="22"/>
          <ac:spMkLst>
            <pc:docMk/>
            <pc:sldMk cId="2441660412" sldId="268"/>
            <ac:spMk id="330" creationId="{D0CC0641-8298-3C13-70C8-D6C38A96A47E}"/>
          </ac:spMkLst>
        </pc:spChg>
        <pc:spChg chg="mod">
          <ac:chgData name="Razije Tairi" userId="df61c4969e5df40a" providerId="LiveId" clId="{1368AE67-9764-4CA6-8F2F-4A7019277A5F}" dt="2026-09-25T08:29:41.532" v="1404" actId="1076"/>
          <ac:spMkLst>
            <pc:docMk/>
            <pc:sldMk cId="2441660412" sldId="268"/>
            <ac:spMk id="336" creationId="{4F25B956-A087-282E-D169-8EF4E8411A8D}"/>
          </ac:spMkLst>
        </pc:spChg>
        <pc:spChg chg="add">
          <ac:chgData name="Razije Tairi" userId="df61c4969e5df40a" providerId="LiveId" clId="{1368AE67-9764-4CA6-8F2F-4A7019277A5F}" dt="2026-09-25T07:15:31.266" v="1270" actId="22"/>
          <ac:spMkLst>
            <pc:docMk/>
            <pc:sldMk cId="2441660412" sldId="268"/>
            <ac:spMk id="340" creationId="{0089B8D6-F8DE-9202-604D-4A01BCC4154F}"/>
          </ac:spMkLst>
        </pc:spChg>
        <pc:spChg chg="del">
          <ac:chgData name="Razije Tairi" userId="df61c4969e5df40a" providerId="LiveId" clId="{1368AE67-9764-4CA6-8F2F-4A7019277A5F}" dt="2026-09-25T07:19:36.814" v="1308" actId="478"/>
          <ac:spMkLst>
            <pc:docMk/>
            <pc:sldMk cId="2441660412" sldId="268"/>
            <ac:spMk id="348" creationId="{743C698E-3052-0D5A-4B39-EB461DC77E73}"/>
          </ac:spMkLst>
        </pc:spChg>
        <pc:spChg chg="mod">
          <ac:chgData name="Razije Tairi" userId="df61c4969e5df40a" providerId="LiveId" clId="{1368AE67-9764-4CA6-8F2F-4A7019277A5F}" dt="2026-09-25T08:30:21.746" v="1409" actId="14100"/>
          <ac:spMkLst>
            <pc:docMk/>
            <pc:sldMk cId="2441660412" sldId="268"/>
            <ac:spMk id="350" creationId="{E073ABD5-6FE3-AA2C-2D69-206A57572950}"/>
          </ac:spMkLst>
        </pc:spChg>
        <pc:spChg chg="add del">
          <ac:chgData name="Razije Tairi" userId="df61c4969e5df40a" providerId="LiveId" clId="{1368AE67-9764-4CA6-8F2F-4A7019277A5F}" dt="2026-09-25T07:25:41.586" v="1345" actId="478"/>
          <ac:spMkLst>
            <pc:docMk/>
            <pc:sldMk cId="2441660412" sldId="268"/>
            <ac:spMk id="354" creationId="{7300E12D-9480-5704-0F8A-69C079E33C67}"/>
          </ac:spMkLst>
        </pc:spChg>
        <pc:spChg chg="mod">
          <ac:chgData name="Razije Tairi" userId="df61c4969e5df40a" providerId="LiveId" clId="{1368AE67-9764-4CA6-8F2F-4A7019277A5F}" dt="2026-09-25T08:30:27.061" v="1410" actId="1076"/>
          <ac:spMkLst>
            <pc:docMk/>
            <pc:sldMk cId="2441660412" sldId="268"/>
            <ac:spMk id="356" creationId="{C268F992-EA06-F0FF-CC27-E681FE659AD9}"/>
          </ac:spMkLst>
        </pc:spChg>
        <pc:spChg chg="add">
          <ac:chgData name="Razije Tairi" userId="df61c4969e5df40a" providerId="LiveId" clId="{1368AE67-9764-4CA6-8F2F-4A7019277A5F}" dt="2026-09-25T07:15:31.266" v="1270" actId="22"/>
          <ac:spMkLst>
            <pc:docMk/>
            <pc:sldMk cId="2441660412" sldId="268"/>
            <ac:spMk id="360" creationId="{12CDEAB3-5F30-D29D-1EE3-5F93FFD20C93}"/>
          </ac:spMkLst>
        </pc:spChg>
        <pc:spChg chg="add">
          <ac:chgData name="Razije Tairi" userId="df61c4969e5df40a" providerId="LiveId" clId="{1368AE67-9764-4CA6-8F2F-4A7019277A5F}" dt="2026-09-25T07:15:31.266" v="1270" actId="22"/>
          <ac:spMkLst>
            <pc:docMk/>
            <pc:sldMk cId="2441660412" sldId="268"/>
            <ac:spMk id="362" creationId="{4F4FA43E-4051-A25A-D171-75EE1BD1C57F}"/>
          </ac:spMkLst>
        </pc:spChg>
        <pc:spChg chg="mod">
          <ac:chgData name="Razije Tairi" userId="df61c4969e5df40a" providerId="LiveId" clId="{1368AE67-9764-4CA6-8F2F-4A7019277A5F}" dt="2026-09-25T07:17:17.382" v="1279" actId="207"/>
          <ac:spMkLst>
            <pc:docMk/>
            <pc:sldMk cId="2441660412" sldId="268"/>
            <ac:spMk id="366" creationId="{560D7653-BB2B-90B4-E6FF-4E7A70E993DD}"/>
          </ac:spMkLst>
        </pc:spChg>
        <pc:spChg chg="mod">
          <ac:chgData name="Razije Tairi" userId="df61c4969e5df40a" providerId="LiveId" clId="{1368AE67-9764-4CA6-8F2F-4A7019277A5F}" dt="2026-09-25T07:38:17.343" v="1400" actId="255"/>
          <ac:spMkLst>
            <pc:docMk/>
            <pc:sldMk cId="2441660412" sldId="268"/>
            <ac:spMk id="372" creationId="{99382C86-CCB9-FD7E-5534-9296E140349F}"/>
          </ac:spMkLst>
        </pc:spChg>
        <pc:spChg chg="mod">
          <ac:chgData name="Razije Tairi" userId="df61c4969e5df40a" providerId="LiveId" clId="{1368AE67-9764-4CA6-8F2F-4A7019277A5F}" dt="2026-09-25T07:38:17.343" v="1400" actId="255"/>
          <ac:spMkLst>
            <pc:docMk/>
            <pc:sldMk cId="2441660412" sldId="268"/>
            <ac:spMk id="380" creationId="{7F2D36EB-A917-31F7-AD0E-B9A6AD4733EE}"/>
          </ac:spMkLst>
        </pc:spChg>
        <pc:spChg chg="mod">
          <ac:chgData name="Razije Tairi" userId="df61c4969e5df40a" providerId="LiveId" clId="{1368AE67-9764-4CA6-8F2F-4A7019277A5F}" dt="2026-09-25T07:38:17.343" v="1400" actId="255"/>
          <ac:spMkLst>
            <pc:docMk/>
            <pc:sldMk cId="2441660412" sldId="268"/>
            <ac:spMk id="388" creationId="{90AB31EE-EE42-CA13-C760-0A952E8F8F33}"/>
          </ac:spMkLst>
        </pc:spChg>
        <pc:spChg chg="mod">
          <ac:chgData name="Razije Tairi" userId="df61c4969e5df40a" providerId="LiveId" clId="{1368AE67-9764-4CA6-8F2F-4A7019277A5F}" dt="2026-09-25T07:38:17.343" v="1400" actId="255"/>
          <ac:spMkLst>
            <pc:docMk/>
            <pc:sldMk cId="2441660412" sldId="268"/>
            <ac:spMk id="396" creationId="{F56E66DD-87EB-6141-361F-1544CACAD22E}"/>
          </ac:spMkLst>
        </pc:spChg>
        <pc:spChg chg="mod">
          <ac:chgData name="Razije Tairi" userId="df61c4969e5df40a" providerId="LiveId" clId="{1368AE67-9764-4CA6-8F2F-4A7019277A5F}" dt="2026-09-25T07:19:51.364" v="1310" actId="1076"/>
          <ac:spMkLst>
            <pc:docMk/>
            <pc:sldMk cId="2441660412" sldId="268"/>
            <ac:spMk id="400" creationId="{21A07D64-A798-A7B8-B049-8F0FE8CE05F9}"/>
          </ac:spMkLst>
        </pc:spChg>
        <pc:picChg chg="add mod">
          <ac:chgData name="Razije Tairi" userId="df61c4969e5df40a" providerId="LiveId" clId="{1368AE67-9764-4CA6-8F2F-4A7019277A5F}" dt="2026-09-25T07:05:00.346" v="1265" actId="1076"/>
          <ac:picMkLst>
            <pc:docMk/>
            <pc:sldMk cId="2441660412" sldId="268"/>
            <ac:picMk id="4" creationId="{C059D002-7061-07B7-ACBF-EFDA54C807FF}"/>
          </ac:picMkLst>
        </pc:picChg>
        <pc:picChg chg="del">
          <ac:chgData name="Razije Tairi" userId="df61c4969e5df40a" providerId="LiveId" clId="{1368AE67-9764-4CA6-8F2F-4A7019277A5F}" dt="2026-09-25T07:16:17.285" v="1273" actId="478"/>
          <ac:picMkLst>
            <pc:docMk/>
            <pc:sldMk cId="2441660412" sldId="268"/>
            <ac:picMk id="12" creationId="{D380FEBB-94FD-4DF5-AD62-EB4DB8364FF5}"/>
          </ac:picMkLst>
        </pc:picChg>
        <pc:picChg chg="mod">
          <ac:chgData name="Razije Tairi" userId="df61c4969e5df40a" providerId="LiveId" clId="{1368AE67-9764-4CA6-8F2F-4A7019277A5F}" dt="2026-09-25T07:20:38.123" v="1316" actId="1076"/>
          <ac:picMkLst>
            <pc:docMk/>
            <pc:sldMk cId="2441660412" sldId="268"/>
            <ac:picMk id="16" creationId="{4A8B24AF-C635-E838-7AAE-08792B8F797A}"/>
          </ac:picMkLst>
        </pc:picChg>
        <pc:picChg chg="mod">
          <ac:chgData name="Razije Tairi" userId="df61c4969e5df40a" providerId="LiveId" clId="{1368AE67-9764-4CA6-8F2F-4A7019277A5F}" dt="2026-09-25T07:18:26.487" v="1293" actId="1076"/>
          <ac:picMkLst>
            <pc:docMk/>
            <pc:sldMk cId="2441660412" sldId="268"/>
            <ac:picMk id="302" creationId="{FE5AF9A2-53F8-6537-F44C-7FF614B4600D}"/>
          </ac:picMkLst>
        </pc:picChg>
        <pc:picChg chg="mod">
          <ac:chgData name="Razije Tairi" userId="df61c4969e5df40a" providerId="LiveId" clId="{1368AE67-9764-4CA6-8F2F-4A7019277A5F}" dt="2026-09-25T07:18:38.875" v="1295" actId="1076"/>
          <ac:picMkLst>
            <pc:docMk/>
            <pc:sldMk cId="2441660412" sldId="268"/>
            <ac:picMk id="308" creationId="{F357CAD9-4FD2-E444-54D2-1CB7A7972B76}"/>
          </ac:picMkLst>
        </pc:picChg>
        <pc:picChg chg="mod">
          <ac:chgData name="Razije Tairi" userId="df61c4969e5df40a" providerId="LiveId" clId="{1368AE67-9764-4CA6-8F2F-4A7019277A5F}" dt="2026-09-25T07:18:49.917" v="1302" actId="1037"/>
          <ac:picMkLst>
            <pc:docMk/>
            <pc:sldMk cId="2441660412" sldId="268"/>
            <ac:picMk id="314" creationId="{093B6682-3884-D8FF-FD02-A0BA054699A5}"/>
          </ac:picMkLst>
        </pc:picChg>
        <pc:picChg chg="mod">
          <ac:chgData name="Razije Tairi" userId="df61c4969e5df40a" providerId="LiveId" clId="{1368AE67-9764-4CA6-8F2F-4A7019277A5F}" dt="2026-09-25T07:20:20.294" v="1314" actId="1076"/>
          <ac:picMkLst>
            <pc:docMk/>
            <pc:sldMk cId="2441660412" sldId="268"/>
            <ac:picMk id="320" creationId="{34E3E0D1-AEEB-16E9-5705-147B6187A4A5}"/>
          </ac:picMkLst>
        </pc:picChg>
        <pc:picChg chg="add del mod">
          <ac:chgData name="Razije Tairi" userId="df61c4969e5df40a" providerId="LiveId" clId="{1368AE67-9764-4CA6-8F2F-4A7019277A5F}" dt="2026-09-25T07:25:24.613" v="1344" actId="478"/>
          <ac:picMkLst>
            <pc:docMk/>
            <pc:sldMk cId="2441660412" sldId="268"/>
            <ac:picMk id="402" creationId="{E2AFFCE7-6E21-AE0B-6AAF-BAF4CBEB22B6}"/>
          </ac:picMkLst>
        </pc:picChg>
      </pc:sldChg>
      <pc:sldChg chg="addSp delSp modSp add del mod ord">
        <pc:chgData name="Razije Tairi" userId="df61c4969e5df40a" providerId="LiveId" clId="{1368AE67-9764-4CA6-8F2F-4A7019277A5F}" dt="2026-09-25T09:47:05.603" v="2370" actId="47"/>
        <pc:sldMkLst>
          <pc:docMk/>
          <pc:sldMk cId="1864466626" sldId="269"/>
        </pc:sldMkLst>
        <pc:spChg chg="mod">
          <ac:chgData name="Razije Tairi" userId="df61c4969e5df40a" providerId="LiveId" clId="{1368AE67-9764-4CA6-8F2F-4A7019277A5F}" dt="2026-09-25T08:32:07.072" v="1419" actId="255"/>
          <ac:spMkLst>
            <pc:docMk/>
            <pc:sldMk cId="1864466626" sldId="269"/>
            <ac:spMk id="5" creationId="{85278841-AF64-2BF4-4F07-4BBFA17C3206}"/>
          </ac:spMkLst>
        </pc:spChg>
        <pc:spChg chg="del">
          <ac:chgData name="Razije Tairi" userId="df61c4969e5df40a" providerId="LiveId" clId="{1368AE67-9764-4CA6-8F2F-4A7019277A5F}" dt="2026-09-25T07:17:39.261" v="1281" actId="478"/>
          <ac:spMkLst>
            <pc:docMk/>
            <pc:sldMk cId="1864466626" sldId="269"/>
            <ac:spMk id="8" creationId="{D1CD1486-AEBE-6E4B-6CFE-5BD7C9863E0C}"/>
          </ac:spMkLst>
        </pc:spChg>
        <pc:spChg chg="add del">
          <ac:chgData name="Razije Tairi" userId="df61c4969e5df40a" providerId="LiveId" clId="{1368AE67-9764-4CA6-8F2F-4A7019277A5F}" dt="2026-09-25T08:31:26.595" v="1412" actId="478"/>
          <ac:spMkLst>
            <pc:docMk/>
            <pc:sldMk cId="1864466626" sldId="269"/>
            <ac:spMk id="9" creationId="{485F103A-8189-88BD-9545-63F1EC15E01F}"/>
          </ac:spMkLst>
        </pc:spChg>
        <pc:spChg chg="add 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13" creationId="{2AF2BD5C-ED38-F85C-B7E4-5D0CBC31E10F}"/>
          </ac:spMkLst>
        </pc:spChg>
        <pc:spChg chg="add 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20" creationId="{F108B752-717C-14A9-AFF7-A50BB75D65D2}"/>
          </ac:spMkLst>
        </pc:spChg>
        <pc:spChg chg="add 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24" creationId="{0A9418F2-93F1-65D9-46C8-9B88E5A7EE5C}"/>
          </ac:spMkLst>
        </pc:spChg>
        <pc:spChg chg="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26" creationId="{80042A87-2450-7C8F-8E7A-5467376DE499}"/>
          </ac:spMkLst>
        </pc:spChg>
        <pc:spChg chg="add 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28" creationId="{59401D79-27FC-5B85-A05E-5DC467FBC3E3}"/>
          </ac:spMkLst>
        </pc:spChg>
        <pc:spChg chg="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30" creationId="{6AA30807-15A6-7657-F262-C7E2ABF0C889}"/>
          </ac:spMkLst>
        </pc:spChg>
        <pc:spChg chg="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36" creationId="{E703E3EB-E7B3-B609-7F12-961966A4A621}"/>
          </ac:spMkLst>
        </pc:spChg>
        <pc:spChg chg="add 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44" creationId="{468625D5-45E3-04E9-BA57-7CE29D03861E}"/>
          </ac:spMkLst>
        </pc:spChg>
        <pc:spChg chg="add 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46" creationId="{F55775B8-0472-7894-2FE3-4B3054C281C9}"/>
          </ac:spMkLst>
        </pc:spChg>
        <pc:spChg chg="del">
          <ac:chgData name="Razije Tairi" userId="df61c4969e5df40a" providerId="LiveId" clId="{1368AE67-9764-4CA6-8F2F-4A7019277A5F}" dt="2026-09-25T08:31:32.204" v="1413" actId="478"/>
          <ac:spMkLst>
            <pc:docMk/>
            <pc:sldMk cId="1864466626" sldId="269"/>
            <ac:spMk id="48" creationId="{1F3DE80E-7F73-48E7-E990-CE8423CC30D0}"/>
          </ac:spMkLst>
        </pc:spChg>
        <pc:spChg chg="add del">
          <ac:chgData name="Razije Tairi" userId="df61c4969e5df40a" providerId="LiveId" clId="{1368AE67-9764-4CA6-8F2F-4A7019277A5F}" dt="2026-09-25T09:36:44.717" v="2270" actId="478"/>
          <ac:spMkLst>
            <pc:docMk/>
            <pc:sldMk cId="1864466626" sldId="269"/>
            <ac:spMk id="52" creationId="{A79F1C0E-1BDE-5514-60C7-67CB81527B38}"/>
          </ac:spMkLst>
        </pc:spChg>
        <pc:spChg chg="add del">
          <ac:chgData name="Razije Tairi" userId="df61c4969e5df40a" providerId="LiveId" clId="{1368AE67-9764-4CA6-8F2F-4A7019277A5F}" dt="2026-09-25T09:36:42.407" v="2269" actId="478"/>
          <ac:spMkLst>
            <pc:docMk/>
            <pc:sldMk cId="1864466626" sldId="269"/>
            <ac:spMk id="54" creationId="{A576A86A-2219-160E-8296-2BBFFD5204B4}"/>
          </ac:spMkLst>
        </pc:spChg>
        <pc:spChg chg="mod">
          <ac:chgData name="Razije Tairi" userId="df61c4969e5df40a" providerId="LiveId" clId="{1368AE67-9764-4CA6-8F2F-4A7019277A5F}" dt="2026-09-25T09:36:56.518" v="2272" actId="1076"/>
          <ac:spMkLst>
            <pc:docMk/>
            <pc:sldMk cId="1864466626" sldId="269"/>
            <ac:spMk id="56" creationId="{7B51C845-AD78-82AE-B04A-3AAF04F57ADB}"/>
          </ac:spMkLst>
        </pc:spChg>
        <pc:spChg chg="mod">
          <ac:chgData name="Razije Tairi" userId="df61c4969e5df40a" providerId="LiveId" clId="{1368AE67-9764-4CA6-8F2F-4A7019277A5F}" dt="2026-09-25T09:35:33.572" v="2264" actId="14100"/>
          <ac:spMkLst>
            <pc:docMk/>
            <pc:sldMk cId="1864466626" sldId="269"/>
            <ac:spMk id="58" creationId="{D4E4DE7B-B66A-A089-B61B-366A568094B6}"/>
          </ac:spMkLst>
        </pc:spChg>
        <pc:spChg chg="add del mod">
          <ac:chgData name="Razije Tairi" userId="df61c4969e5df40a" providerId="LiveId" clId="{1368AE67-9764-4CA6-8F2F-4A7019277A5F}" dt="2026-09-25T09:10:12.477" v="1950" actId="478"/>
          <ac:spMkLst>
            <pc:docMk/>
            <pc:sldMk cId="1864466626" sldId="269"/>
            <ac:spMk id="60" creationId="{352BC0A0-D175-EA57-7FC2-244FC1C14C49}"/>
          </ac:spMkLst>
        </pc:spChg>
        <pc:spChg chg="del mod">
          <ac:chgData name="Razije Tairi" userId="df61c4969e5df40a" providerId="LiveId" clId="{1368AE67-9764-4CA6-8F2F-4A7019277A5F}" dt="2026-09-25T09:10:09.509" v="1949" actId="478"/>
          <ac:spMkLst>
            <pc:docMk/>
            <pc:sldMk cId="1864466626" sldId="269"/>
            <ac:spMk id="64" creationId="{1B141D43-3ACA-B1A7-3C75-79681282B5B2}"/>
          </ac:spMkLst>
        </pc:spChg>
        <pc:spChg chg="del mod">
          <ac:chgData name="Razije Tairi" userId="df61c4969e5df40a" providerId="LiveId" clId="{1368AE67-9764-4CA6-8F2F-4A7019277A5F}" dt="2026-09-25T09:10:09.509" v="1949" actId="478"/>
          <ac:spMkLst>
            <pc:docMk/>
            <pc:sldMk cId="1864466626" sldId="269"/>
            <ac:spMk id="66" creationId="{AADAC583-4495-43B8-C8CF-54694D11E05F}"/>
          </ac:spMkLst>
        </pc:spChg>
        <pc:spChg chg="del mod">
          <ac:chgData name="Razije Tairi" userId="df61c4969e5df40a" providerId="LiveId" clId="{1368AE67-9764-4CA6-8F2F-4A7019277A5F}" dt="2026-09-25T09:10:14.766" v="1951" actId="478"/>
          <ac:spMkLst>
            <pc:docMk/>
            <pc:sldMk cId="1864466626" sldId="269"/>
            <ac:spMk id="68" creationId="{9BA7D856-EBC9-6154-A2B7-AC296949F4B6}"/>
          </ac:spMkLst>
        </pc:spChg>
        <pc:spChg chg="del mod">
          <ac:chgData name="Razije Tairi" userId="df61c4969e5df40a" providerId="LiveId" clId="{1368AE67-9764-4CA6-8F2F-4A7019277A5F}" dt="2026-09-25T09:10:09.509" v="1949" actId="478"/>
          <ac:spMkLst>
            <pc:docMk/>
            <pc:sldMk cId="1864466626" sldId="269"/>
            <ac:spMk id="72" creationId="{08448E23-57B2-4A4A-C164-5D95EB1A77FE}"/>
          </ac:spMkLst>
        </pc:spChg>
        <pc:spChg chg="del mod">
          <ac:chgData name="Razije Tairi" userId="df61c4969e5df40a" providerId="LiveId" clId="{1368AE67-9764-4CA6-8F2F-4A7019277A5F}" dt="2026-09-25T09:10:09.509" v="1949" actId="478"/>
          <ac:spMkLst>
            <pc:docMk/>
            <pc:sldMk cId="1864466626" sldId="269"/>
            <ac:spMk id="74" creationId="{86811F6F-70E9-6795-0E57-9CFC0A739202}"/>
          </ac:spMkLst>
        </pc:spChg>
        <pc:spChg chg="del mod">
          <ac:chgData name="Razije Tairi" userId="df61c4969e5df40a" providerId="LiveId" clId="{1368AE67-9764-4CA6-8F2F-4A7019277A5F}" dt="2026-09-25T09:10:17.145" v="1952" actId="478"/>
          <ac:spMkLst>
            <pc:docMk/>
            <pc:sldMk cId="1864466626" sldId="269"/>
            <ac:spMk id="76" creationId="{3962A601-0618-6ACA-4D50-6296137110B6}"/>
          </ac:spMkLst>
        </pc:spChg>
        <pc:spChg chg="del mod">
          <ac:chgData name="Razije Tairi" userId="df61c4969e5df40a" providerId="LiveId" clId="{1368AE67-9764-4CA6-8F2F-4A7019277A5F}" dt="2026-09-25T09:10:09.509" v="1949" actId="478"/>
          <ac:spMkLst>
            <pc:docMk/>
            <pc:sldMk cId="1864466626" sldId="269"/>
            <ac:spMk id="80" creationId="{7C86EAF9-B9F4-FBAF-CE7B-56D583B8B279}"/>
          </ac:spMkLst>
        </pc:spChg>
        <pc:spChg chg="del mod">
          <ac:chgData name="Razije Tairi" userId="df61c4969e5df40a" providerId="LiveId" clId="{1368AE67-9764-4CA6-8F2F-4A7019277A5F}" dt="2026-09-25T09:10:09.509" v="1949" actId="478"/>
          <ac:spMkLst>
            <pc:docMk/>
            <pc:sldMk cId="1864466626" sldId="269"/>
            <ac:spMk id="82" creationId="{1E65C9B0-ECB9-9E51-57D1-AB5C6FDB9DCC}"/>
          </ac:spMkLst>
        </pc:spChg>
        <pc:spChg chg="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84" creationId="{7D2D5BFF-24B7-9BE9-896E-A5DAB1246B34}"/>
          </ac:spMkLst>
        </pc:spChg>
        <pc:spChg chg="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88" creationId="{6A158179-ECE5-3AB4-1D6B-AED35F2F5D4B}"/>
          </ac:spMkLst>
        </pc:spChg>
        <pc:spChg chg="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96" creationId="{0188BB85-2DA0-6254-E64D-F15D0B1689A4}"/>
          </ac:spMkLst>
        </pc:spChg>
        <pc:spChg chg="add">
          <ac:chgData name="Razije Tairi" userId="df61c4969e5df40a" providerId="LiveId" clId="{1368AE67-9764-4CA6-8F2F-4A7019277A5F}" dt="2026-09-25T08:31:33.808" v="1414" actId="22"/>
          <ac:spMkLst>
            <pc:docMk/>
            <pc:sldMk cId="1864466626" sldId="269"/>
            <ac:spMk id="110" creationId="{B3610702-C288-800E-7B5E-71CA8C675552}"/>
          </ac:spMkLst>
        </pc:spChg>
        <pc:spChg chg="add">
          <ac:chgData name="Razije Tairi" userId="df61c4969e5df40a" providerId="LiveId" clId="{1368AE67-9764-4CA6-8F2F-4A7019277A5F}" dt="2026-09-25T08:31:33.808" v="1414" actId="22"/>
          <ac:spMkLst>
            <pc:docMk/>
            <pc:sldMk cId="1864466626" sldId="269"/>
            <ac:spMk id="120" creationId="{AF197477-E933-676B-7C04-23600DD5A451}"/>
          </ac:spMkLst>
        </pc:spChg>
        <pc:spChg chg="add 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122" creationId="{08C10C1C-53A3-D9F2-DF3A-3CCB19771282}"/>
          </ac:spMkLst>
        </pc:spChg>
        <pc:spChg chg="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124" creationId="{8D34CFF6-E128-3E65-2B9F-1B4C16B9A28E}"/>
          </ac:spMkLst>
        </pc:spChg>
        <pc:spChg chg="add">
          <ac:chgData name="Razije Tairi" userId="df61c4969e5df40a" providerId="LiveId" clId="{1368AE67-9764-4CA6-8F2F-4A7019277A5F}" dt="2026-09-25T08:31:33.808" v="1414" actId="22"/>
          <ac:spMkLst>
            <pc:docMk/>
            <pc:sldMk cId="1864466626" sldId="269"/>
            <ac:spMk id="128" creationId="{36FCF2BD-318D-1C5E-98F7-881BBFD0C518}"/>
          </ac:spMkLst>
        </pc:spChg>
        <pc:spChg chg="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134" creationId="{E19FA73E-8A98-7010-71C6-01C254649E20}"/>
          </ac:spMkLst>
        </pc:spChg>
        <pc:spChg chg="add 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138" creationId="{1B453C25-6F37-1964-4B5A-60E661399341}"/>
          </ac:spMkLst>
        </pc:spChg>
        <pc:spChg chg="add 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142" creationId="{F0093362-A627-72C9-0F50-EC87EE187E13}"/>
          </ac:spMkLst>
        </pc:spChg>
        <pc:spChg chg="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146" creationId="{0FF1D8F9-E398-3AAC-77C6-10539904313E}"/>
          </ac:spMkLst>
        </pc:spChg>
        <pc:spChg chg="add">
          <ac:chgData name="Razije Tairi" userId="df61c4969e5df40a" providerId="LiveId" clId="{1368AE67-9764-4CA6-8F2F-4A7019277A5F}" dt="2026-09-25T08:31:33.808" v="1414" actId="22"/>
          <ac:spMkLst>
            <pc:docMk/>
            <pc:sldMk cId="1864466626" sldId="269"/>
            <ac:spMk id="148" creationId="{BB443D82-84B2-ABA2-C691-B9A83268D890}"/>
          </ac:spMkLst>
        </pc:spChg>
        <pc:spChg chg="add">
          <ac:chgData name="Razije Tairi" userId="df61c4969e5df40a" providerId="LiveId" clId="{1368AE67-9764-4CA6-8F2F-4A7019277A5F}" dt="2026-09-25T08:31:33.808" v="1414" actId="22"/>
          <ac:spMkLst>
            <pc:docMk/>
            <pc:sldMk cId="1864466626" sldId="269"/>
            <ac:spMk id="150" creationId="{9332E148-7CF1-895B-EACC-BB543C1AE748}"/>
          </ac:spMkLst>
        </pc:spChg>
        <pc:spChg chg="add">
          <ac:chgData name="Razije Tairi" userId="df61c4969e5df40a" providerId="LiveId" clId="{1368AE67-9764-4CA6-8F2F-4A7019277A5F}" dt="2026-09-25T08:31:33.808" v="1414" actId="22"/>
          <ac:spMkLst>
            <pc:docMk/>
            <pc:sldMk cId="1864466626" sldId="269"/>
            <ac:spMk id="154" creationId="{31EB5CFC-8BEA-7A6C-4157-0DB9CF839953}"/>
          </ac:spMkLst>
        </pc:spChg>
        <pc:spChg chg="add del">
          <ac:chgData name="Razije Tairi" userId="df61c4969e5df40a" providerId="LiveId" clId="{1368AE67-9764-4CA6-8F2F-4A7019277A5F}" dt="2026-09-25T08:31:39.720" v="1417" actId="22"/>
          <ac:spMkLst>
            <pc:docMk/>
            <pc:sldMk cId="1864466626" sldId="269"/>
            <ac:spMk id="156" creationId="{5AC13921-C181-986B-48B1-6597FF33C6E4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158" creationId="{82515FEA-F8AB-9D6D-B911-F9B30BFD784A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162" creationId="{5776E817-8AF4-4B1D-7006-A764A312A489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170" creationId="{7F9349C4-D486-FD55-FE64-24633B9619F5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174" creationId="{1DAF5C0D-8C75-1B11-1E2D-DBD5B6077A8B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188" creationId="{7109E4F4-613A-3F18-3F53-13E51D03881F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192" creationId="{9504F87D-D2BF-B1E1-617A-237CAB5393F2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194" creationId="{AB7D1697-6306-6C06-B64B-FC27F1A94966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204" creationId="{6B65F19F-17DC-6EBD-728E-A6EE3EF8FF69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216" creationId="{075C0724-3408-5CB3-A225-0689EF207EED}"/>
          </ac:spMkLst>
        </pc:spChg>
        <pc:spChg chg="add del">
          <ac:chgData name="Razije Tairi" userId="df61c4969e5df40a" providerId="LiveId" clId="{1368AE67-9764-4CA6-8F2F-4A7019277A5F}" dt="2026-09-25T08:31:37.400" v="1416" actId="22"/>
          <ac:spMkLst>
            <pc:docMk/>
            <pc:sldMk cId="1864466626" sldId="269"/>
            <ac:spMk id="228" creationId="{89A2A682-B8B2-3938-BF17-136231ECAC2A}"/>
          </ac:spMkLst>
        </pc:spChg>
        <pc:spChg chg="add mod">
          <ac:chgData name="Razije Tairi" userId="df61c4969e5df40a" providerId="LiveId" clId="{1368AE67-9764-4CA6-8F2F-4A7019277A5F}" dt="2026-09-25T09:09:25.070" v="1849" actId="20577"/>
          <ac:spMkLst>
            <pc:docMk/>
            <pc:sldMk cId="1864466626" sldId="269"/>
            <ac:spMk id="236" creationId="{FD60A244-4D0B-48FB-F2FD-699FE18ED17A}"/>
          </ac:spMkLst>
        </pc:spChg>
        <pc:spChg chg="add del mod">
          <ac:chgData name="Razije Tairi" userId="df61c4969e5df40a" providerId="LiveId" clId="{1368AE67-9764-4CA6-8F2F-4A7019277A5F}" dt="2026-09-25T09:36:19.153" v="2268"/>
          <ac:spMkLst>
            <pc:docMk/>
            <pc:sldMk cId="1864466626" sldId="269"/>
            <ac:spMk id="237" creationId="{439C5657-D752-3DE7-68A6-71F5F644BE1B}"/>
          </ac:spMkLst>
        </pc:spChg>
        <pc:picChg chg="mod">
          <ac:chgData name="Razije Tairi" userId="df61c4969e5df40a" providerId="LiveId" clId="{1368AE67-9764-4CA6-8F2F-4A7019277A5F}" dt="2026-09-25T08:44:51.902" v="1446" actId="1076"/>
          <ac:picMkLst>
            <pc:docMk/>
            <pc:sldMk cId="1864466626" sldId="269"/>
            <ac:picMk id="16" creationId="{6A1D970D-191D-679F-FFED-99711ED3A9BE}"/>
          </ac:picMkLst>
        </pc:picChg>
        <pc:picChg chg="del">
          <ac:chgData name="Razije Tairi" userId="df61c4969e5df40a" providerId="LiveId" clId="{1368AE67-9764-4CA6-8F2F-4A7019277A5F}" dt="2026-09-25T09:10:09.509" v="1949" actId="478"/>
          <ac:picMkLst>
            <pc:docMk/>
            <pc:sldMk cId="1864466626" sldId="269"/>
            <ac:picMk id="62" creationId="{C3596F4C-8AC0-08BD-FB21-AC73EDFECC9C}"/>
          </ac:picMkLst>
        </pc:picChg>
        <pc:picChg chg="del">
          <ac:chgData name="Razije Tairi" userId="df61c4969e5df40a" providerId="LiveId" clId="{1368AE67-9764-4CA6-8F2F-4A7019277A5F}" dt="2026-09-25T09:10:09.509" v="1949" actId="478"/>
          <ac:picMkLst>
            <pc:docMk/>
            <pc:sldMk cId="1864466626" sldId="269"/>
            <ac:picMk id="70" creationId="{E80ED2EB-9B44-A0DC-3347-86CE8A272339}"/>
          </ac:picMkLst>
        </pc:picChg>
        <pc:picChg chg="del">
          <ac:chgData name="Razije Tairi" userId="df61c4969e5df40a" providerId="LiveId" clId="{1368AE67-9764-4CA6-8F2F-4A7019277A5F}" dt="2026-09-25T09:10:09.509" v="1949" actId="478"/>
          <ac:picMkLst>
            <pc:docMk/>
            <pc:sldMk cId="1864466626" sldId="269"/>
            <ac:picMk id="78" creationId="{14BE8E4B-94D7-ADFC-DA09-C579F05E11A0}"/>
          </ac:picMkLst>
        </pc:picChg>
        <pc:picChg chg="add del mod">
          <ac:chgData name="Razije Tairi" userId="df61c4969e5df40a" providerId="LiveId" clId="{1368AE67-9764-4CA6-8F2F-4A7019277A5F}" dt="2026-09-25T08:43:31.902" v="1436" actId="478"/>
          <ac:picMkLst>
            <pc:docMk/>
            <pc:sldMk cId="1864466626" sldId="269"/>
            <ac:picMk id="232" creationId="{EEA64D86-10C3-0DF9-8543-0D2F051CB77D}"/>
          </ac:picMkLst>
        </pc:picChg>
        <pc:picChg chg="add mod">
          <ac:chgData name="Razije Tairi" userId="df61c4969e5df40a" providerId="LiveId" clId="{1368AE67-9764-4CA6-8F2F-4A7019277A5F}" dt="2026-09-25T08:44:26.640" v="1442" actId="1076"/>
          <ac:picMkLst>
            <pc:docMk/>
            <pc:sldMk cId="1864466626" sldId="269"/>
            <ac:picMk id="234" creationId="{8B824019-0F8B-CDAA-2A01-094AC53CEFDD}"/>
          </ac:picMkLst>
        </pc:picChg>
      </pc:sldChg>
      <pc:sldChg chg="addSp delSp modSp add del mod ord">
        <pc:chgData name="Razije Tairi" userId="df61c4969e5df40a" providerId="LiveId" clId="{1368AE67-9764-4CA6-8F2F-4A7019277A5F}" dt="2026-09-25T09:47:24.909" v="2371" actId="47"/>
        <pc:sldMkLst>
          <pc:docMk/>
          <pc:sldMk cId="1677591379" sldId="270"/>
        </pc:sldMkLst>
        <pc:spChg chg="del">
          <ac:chgData name="Razije Tairi" userId="df61c4969e5df40a" providerId="LiveId" clId="{1368AE67-9764-4CA6-8F2F-4A7019277A5F}" dt="2026-09-25T08:36:57.491" v="1428" actId="478"/>
          <ac:spMkLst>
            <pc:docMk/>
            <pc:sldMk cId="1677591379" sldId="270"/>
            <ac:spMk id="8" creationId="{AF3B4566-72A0-A071-A094-A08B01E3DD85}"/>
          </ac:spMkLst>
        </pc:spChg>
        <pc:picChg chg="add del">
          <ac:chgData name="Razije Tairi" userId="df61c4969e5df40a" providerId="LiveId" clId="{1368AE67-9764-4CA6-8F2F-4A7019277A5F}" dt="2026-09-25T08:42:53.278" v="1430" actId="478"/>
          <ac:picMkLst>
            <pc:docMk/>
            <pc:sldMk cId="1677591379" sldId="270"/>
            <ac:picMk id="4" creationId="{D76A0378-3A57-A213-9B04-8A98A7FBE6FD}"/>
          </ac:picMkLst>
        </pc:picChg>
        <pc:picChg chg="add mod">
          <ac:chgData name="Razije Tairi" userId="df61c4969e5df40a" providerId="LiveId" clId="{1368AE67-9764-4CA6-8F2F-4A7019277A5F}" dt="2026-09-25T08:43:14.210" v="1435" actId="1076"/>
          <ac:picMkLst>
            <pc:docMk/>
            <pc:sldMk cId="1677591379" sldId="270"/>
            <ac:picMk id="9" creationId="{1F198ED7-D57C-2774-DAFE-A86A6A16FA46}"/>
          </ac:picMkLst>
        </pc:picChg>
      </pc:sldChg>
      <pc:sldChg chg="addSp delSp modSp add mod ord">
        <pc:chgData name="Razije Tairi" userId="df61c4969e5df40a" providerId="LiveId" clId="{1368AE67-9764-4CA6-8F2F-4A7019277A5F}" dt="2026-09-25T09:51:39.957" v="2394" actId="21"/>
        <pc:sldMkLst>
          <pc:docMk/>
          <pc:sldMk cId="2063016394" sldId="271"/>
        </pc:sldMkLst>
        <pc:spChg chg="add del">
          <ac:chgData name="Razije Tairi" userId="df61c4969e5df40a" providerId="LiveId" clId="{1368AE67-9764-4CA6-8F2F-4A7019277A5F}" dt="2026-09-25T09:43:13.936" v="2282" actId="478"/>
          <ac:spMkLst>
            <pc:docMk/>
            <pc:sldMk cId="2063016394" sldId="271"/>
            <ac:spMk id="4" creationId="{B792BC19-C122-60CC-DCEA-51F08916F5C9}"/>
          </ac:spMkLst>
        </pc:spChg>
        <pc:spChg chg="del">
          <ac:chgData name="Razije Tairi" userId="df61c4969e5df40a" providerId="LiveId" clId="{1368AE67-9764-4CA6-8F2F-4A7019277A5F}" dt="2026-09-25T09:40:15.944" v="2277" actId="478"/>
          <ac:spMkLst>
            <pc:docMk/>
            <pc:sldMk cId="2063016394" sldId="271"/>
            <ac:spMk id="8" creationId="{E49C17C3-CEA4-B7AE-3A25-D155E2ADDF8E}"/>
          </ac:spMkLst>
        </pc:spChg>
        <pc:spChg chg="add mod">
          <ac:chgData name="Razije Tairi" userId="df61c4969e5df40a" providerId="LiveId" clId="{1368AE67-9764-4CA6-8F2F-4A7019277A5F}" dt="2026-09-25T09:45:51.657" v="2363" actId="14100"/>
          <ac:spMkLst>
            <pc:docMk/>
            <pc:sldMk cId="2063016394" sldId="271"/>
            <ac:spMk id="9" creationId="{3786182E-812D-E15A-A360-1A1FE2079D39}"/>
          </ac:spMkLst>
        </pc:spChg>
        <pc:spChg chg="mod">
          <ac:chgData name="Razije Tairi" userId="df61c4969e5df40a" providerId="LiveId" clId="{1368AE67-9764-4CA6-8F2F-4A7019277A5F}" dt="2026-09-25T09:44:22.614" v="2342" actId="1035"/>
          <ac:spMkLst>
            <pc:docMk/>
            <pc:sldMk cId="2063016394" sldId="271"/>
            <ac:spMk id="10" creationId="{D09BC1C7-429A-31C1-E944-8966547655CA}"/>
          </ac:spMkLst>
        </pc:spChg>
        <pc:spChg chg="add mod">
          <ac:chgData name="Razije Tairi" userId="df61c4969e5df40a" providerId="LiveId" clId="{1368AE67-9764-4CA6-8F2F-4A7019277A5F}" dt="2026-09-25T09:51:39.957" v="2394" actId="21"/>
          <ac:spMkLst>
            <pc:docMk/>
            <pc:sldMk cId="2063016394" sldId="271"/>
            <ac:spMk id="13" creationId="{64835DF1-6308-E975-9E40-929D71F472D3}"/>
          </ac:spMkLst>
        </pc:spChg>
        <pc:spChg chg="mod">
          <ac:chgData name="Razije Tairi" userId="df61c4969e5df40a" providerId="LiveId" clId="{1368AE67-9764-4CA6-8F2F-4A7019277A5F}" dt="2026-09-25T09:43:44.637" v="2305" actId="20577"/>
          <ac:spMkLst>
            <pc:docMk/>
            <pc:sldMk cId="2063016394" sldId="271"/>
            <ac:spMk id="20" creationId="{64C81058-4D4F-D89F-DFD2-9F102114BA1F}"/>
          </ac:spMkLst>
        </pc:spChg>
        <pc:spChg chg="add">
          <ac:chgData name="Razije Tairi" userId="df61c4969e5df40a" providerId="LiveId" clId="{1368AE67-9764-4CA6-8F2F-4A7019277A5F}" dt="2026-09-25T09:43:15.930" v="2283" actId="22"/>
          <ac:spMkLst>
            <pc:docMk/>
            <pc:sldMk cId="2063016394" sldId="271"/>
            <ac:spMk id="22" creationId="{CFA6051C-9980-6206-33F3-C61F2679BFBB}"/>
          </ac:spMkLst>
        </pc:spChg>
        <pc:spChg chg="add">
          <ac:chgData name="Razije Tairi" userId="df61c4969e5df40a" providerId="LiveId" clId="{1368AE67-9764-4CA6-8F2F-4A7019277A5F}" dt="2026-09-25T09:43:15.930" v="2283" actId="22"/>
          <ac:spMkLst>
            <pc:docMk/>
            <pc:sldMk cId="2063016394" sldId="271"/>
            <ac:spMk id="28" creationId="{032515E8-CAE7-D0A4-68E3-9D01F0F83F6A}"/>
          </ac:spMkLst>
        </pc:spChg>
        <pc:spChg chg="add">
          <ac:chgData name="Razije Tairi" userId="df61c4969e5df40a" providerId="LiveId" clId="{1368AE67-9764-4CA6-8F2F-4A7019277A5F}" dt="2026-09-25T09:43:15.930" v="2283" actId="22"/>
          <ac:spMkLst>
            <pc:docMk/>
            <pc:sldMk cId="2063016394" sldId="271"/>
            <ac:spMk id="56" creationId="{99606393-453C-D258-0CB9-AA8EDA6AF6E5}"/>
          </ac:spMkLst>
        </pc:spChg>
        <pc:spChg chg="add">
          <ac:chgData name="Razije Tairi" userId="df61c4969e5df40a" providerId="LiveId" clId="{1368AE67-9764-4CA6-8F2F-4A7019277A5F}" dt="2026-09-25T09:43:15.930" v="2283" actId="22"/>
          <ac:spMkLst>
            <pc:docMk/>
            <pc:sldMk cId="2063016394" sldId="271"/>
            <ac:spMk id="60" creationId="{93A31246-67F9-4580-997C-99745325303C}"/>
          </ac:spMkLst>
        </pc:spChg>
        <pc:spChg chg="add">
          <ac:chgData name="Razije Tairi" userId="df61c4969e5df40a" providerId="LiveId" clId="{1368AE67-9764-4CA6-8F2F-4A7019277A5F}" dt="2026-09-25T09:43:15.930" v="2283" actId="22"/>
          <ac:spMkLst>
            <pc:docMk/>
            <pc:sldMk cId="2063016394" sldId="271"/>
            <ac:spMk id="62" creationId="{D1307598-6E78-0951-99FA-865183F14070}"/>
          </ac:spMkLst>
        </pc:spChg>
        <pc:spChg chg="add">
          <ac:chgData name="Razije Tairi" userId="df61c4969e5df40a" providerId="LiveId" clId="{1368AE67-9764-4CA6-8F2F-4A7019277A5F}" dt="2026-09-25T09:43:15.930" v="2283" actId="22"/>
          <ac:spMkLst>
            <pc:docMk/>
            <pc:sldMk cId="2063016394" sldId="271"/>
            <ac:spMk id="84" creationId="{5DACD083-D054-3A8E-DB10-9BB5ECC2FF20}"/>
          </ac:spMkLst>
        </pc:spChg>
        <pc:spChg chg="add">
          <ac:chgData name="Razije Tairi" userId="df61c4969e5df40a" providerId="LiveId" clId="{1368AE67-9764-4CA6-8F2F-4A7019277A5F}" dt="2026-09-25T09:43:15.930" v="2283" actId="22"/>
          <ac:spMkLst>
            <pc:docMk/>
            <pc:sldMk cId="2063016394" sldId="271"/>
            <ac:spMk id="94" creationId="{1C7BA0E5-A882-EF79-BFDB-6DAFFA99B53F}"/>
          </ac:spMkLst>
        </pc:spChg>
        <pc:spChg chg="add">
          <ac:chgData name="Razije Tairi" userId="df61c4969e5df40a" providerId="LiveId" clId="{1368AE67-9764-4CA6-8F2F-4A7019277A5F}" dt="2026-09-25T09:43:15.930" v="2283" actId="22"/>
          <ac:spMkLst>
            <pc:docMk/>
            <pc:sldMk cId="2063016394" sldId="271"/>
            <ac:spMk id="106" creationId="{7B1224BA-B5A7-8C25-5BDF-AF80E7696318}"/>
          </ac:spMkLst>
        </pc:spChg>
        <pc:spChg chg="add del">
          <ac:chgData name="Razije Tairi" userId="df61c4969e5df40a" providerId="LiveId" clId="{1368AE67-9764-4CA6-8F2F-4A7019277A5F}" dt="2026-09-25T09:43:51.081" v="2307" actId="478"/>
          <ac:spMkLst>
            <pc:docMk/>
            <pc:sldMk cId="2063016394" sldId="271"/>
            <ac:spMk id="110" creationId="{68985690-2001-706F-DD50-D1977EA38FBD}"/>
          </ac:spMkLst>
        </pc:spChg>
        <pc:spChg chg="del mod">
          <ac:chgData name="Razije Tairi" userId="df61c4969e5df40a" providerId="LiveId" clId="{1368AE67-9764-4CA6-8F2F-4A7019277A5F}" dt="2026-09-25T09:45:19.666" v="2352" actId="478"/>
          <ac:spMkLst>
            <pc:docMk/>
            <pc:sldMk cId="2063016394" sldId="271"/>
            <ac:spMk id="112" creationId="{9FE18C47-A487-763B-5DBB-9C286704E525}"/>
          </ac:spMkLst>
        </pc:spChg>
        <pc:spChg chg="del">
          <ac:chgData name="Razije Tairi" userId="df61c4969e5df40a" providerId="LiveId" clId="{1368AE67-9764-4CA6-8F2F-4A7019277A5F}" dt="2026-09-25T09:43:49.959" v="2306" actId="478"/>
          <ac:spMkLst>
            <pc:docMk/>
            <pc:sldMk cId="2063016394" sldId="271"/>
            <ac:spMk id="114" creationId="{96BC817E-D1E1-5405-D5A0-0258E0C63670}"/>
          </ac:spMkLst>
        </pc:spChg>
        <pc:spChg chg="mod">
          <ac:chgData name="Razije Tairi" userId="df61c4969e5df40a" providerId="LiveId" clId="{1368AE67-9764-4CA6-8F2F-4A7019277A5F}" dt="2026-09-25T09:46:29.615" v="2367" actId="14100"/>
          <ac:spMkLst>
            <pc:docMk/>
            <pc:sldMk cId="2063016394" sldId="271"/>
            <ac:spMk id="116" creationId="{08EA9416-3AD5-65B8-B57D-7AB21E45CDF8}"/>
          </ac:spMkLst>
        </pc:spChg>
        <pc:spChg chg="mod">
          <ac:chgData name="Razije Tairi" userId="df61c4969e5df40a" providerId="LiveId" clId="{1368AE67-9764-4CA6-8F2F-4A7019277A5F}" dt="2026-09-25T09:46:21.550" v="2366" actId="14100"/>
          <ac:spMkLst>
            <pc:docMk/>
            <pc:sldMk cId="2063016394" sldId="271"/>
            <ac:spMk id="118" creationId="{21616A78-FB59-CF62-358C-10C9307A093B}"/>
          </ac:spMkLst>
        </pc:spChg>
        <pc:spChg chg="mod">
          <ac:chgData name="Razije Tairi" userId="df61c4969e5df40a" providerId="LiveId" clId="{1368AE67-9764-4CA6-8F2F-4A7019277A5F}" dt="2026-09-25T09:44:22.614" v="2342" actId="1035"/>
          <ac:spMkLst>
            <pc:docMk/>
            <pc:sldMk cId="2063016394" sldId="271"/>
            <ac:spMk id="120" creationId="{BBBE8E63-CC2A-FD35-FBEC-245994DA1616}"/>
          </ac:spMkLst>
        </pc:spChg>
        <pc:spChg chg="mod">
          <ac:chgData name="Razije Tairi" userId="df61c4969e5df40a" providerId="LiveId" clId="{1368AE67-9764-4CA6-8F2F-4A7019277A5F}" dt="2026-09-25T09:44:22.614" v="2342" actId="1035"/>
          <ac:spMkLst>
            <pc:docMk/>
            <pc:sldMk cId="2063016394" sldId="271"/>
            <ac:spMk id="122" creationId="{B61A7FE0-938E-F19D-924D-1E1316052587}"/>
          </ac:spMkLst>
        </pc:spChg>
        <pc:spChg chg="mod">
          <ac:chgData name="Razije Tairi" userId="df61c4969e5df40a" providerId="LiveId" clId="{1368AE67-9764-4CA6-8F2F-4A7019277A5F}" dt="2026-09-25T09:46:21.550" v="2366" actId="14100"/>
          <ac:spMkLst>
            <pc:docMk/>
            <pc:sldMk cId="2063016394" sldId="271"/>
            <ac:spMk id="126" creationId="{CECD3CD2-F9EC-0802-C64E-3D4891E422A7}"/>
          </ac:spMkLst>
        </pc:spChg>
        <pc:spChg chg="mod">
          <ac:chgData name="Razije Tairi" userId="df61c4969e5df40a" providerId="LiveId" clId="{1368AE67-9764-4CA6-8F2F-4A7019277A5F}" dt="2026-09-25T09:44:22.614" v="2342" actId="1035"/>
          <ac:spMkLst>
            <pc:docMk/>
            <pc:sldMk cId="2063016394" sldId="271"/>
            <ac:spMk id="128" creationId="{D0E553C7-BD4A-056C-D147-1E497EBE432D}"/>
          </ac:spMkLst>
        </pc:spChg>
        <pc:spChg chg="mod">
          <ac:chgData name="Razije Tairi" userId="df61c4969e5df40a" providerId="LiveId" clId="{1368AE67-9764-4CA6-8F2F-4A7019277A5F}" dt="2026-09-25T09:46:21.550" v="2366" actId="14100"/>
          <ac:spMkLst>
            <pc:docMk/>
            <pc:sldMk cId="2063016394" sldId="271"/>
            <ac:spMk id="134" creationId="{72A91521-3EFD-9E89-AF25-9762136751F6}"/>
          </ac:spMkLst>
        </pc:spChg>
        <pc:spChg chg="mod">
          <ac:chgData name="Razije Tairi" userId="df61c4969e5df40a" providerId="LiveId" clId="{1368AE67-9764-4CA6-8F2F-4A7019277A5F}" dt="2026-09-25T09:44:22.614" v="2342" actId="1035"/>
          <ac:spMkLst>
            <pc:docMk/>
            <pc:sldMk cId="2063016394" sldId="271"/>
            <ac:spMk id="136" creationId="{23E8E261-D2DC-EC5A-848F-37681D60CED3}"/>
          </ac:spMkLst>
        </pc:spChg>
        <pc:spChg chg="mod">
          <ac:chgData name="Razije Tairi" userId="df61c4969e5df40a" providerId="LiveId" clId="{1368AE67-9764-4CA6-8F2F-4A7019277A5F}" dt="2026-09-25T09:44:22.614" v="2342" actId="1035"/>
          <ac:spMkLst>
            <pc:docMk/>
            <pc:sldMk cId="2063016394" sldId="271"/>
            <ac:spMk id="138" creationId="{5D0DEAC5-961C-9EC7-8DDB-DD8097C13A0E}"/>
          </ac:spMkLst>
        </pc:spChg>
        <pc:spChg chg="add mod">
          <ac:chgData name="Razije Tairi" userId="df61c4969e5df40a" providerId="LiveId" clId="{1368AE67-9764-4CA6-8F2F-4A7019277A5F}" dt="2026-09-25T09:44:22.614" v="2342" actId="1035"/>
          <ac:spMkLst>
            <pc:docMk/>
            <pc:sldMk cId="2063016394" sldId="271"/>
            <ac:spMk id="140" creationId="{95A140BE-FFE1-637E-6280-E3709717092C}"/>
          </ac:spMkLst>
        </pc:spChg>
        <pc:spChg chg="add del mod">
          <ac:chgData name="Razije Tairi" userId="df61c4969e5df40a" providerId="LiveId" clId="{1368AE67-9764-4CA6-8F2F-4A7019277A5F}" dt="2026-09-25T09:49:33.608" v="2381" actId="22"/>
          <ac:spMkLst>
            <pc:docMk/>
            <pc:sldMk cId="2063016394" sldId="271"/>
            <ac:spMk id="142" creationId="{A427F6BE-54F0-C21B-F4B7-2740434DC6F9}"/>
          </ac:spMkLst>
        </pc:spChg>
        <pc:picChg chg="mod">
          <ac:chgData name="Razije Tairi" userId="df61c4969e5df40a" providerId="LiveId" clId="{1368AE67-9764-4CA6-8F2F-4A7019277A5F}" dt="2026-09-25T09:43:36.275" v="2286" actId="1076"/>
          <ac:picMkLst>
            <pc:docMk/>
            <pc:sldMk cId="2063016394" sldId="271"/>
            <ac:picMk id="15" creationId="{3733D0A4-AED7-D468-4232-064C1FEF97AA}"/>
          </ac:picMkLst>
        </pc:picChg>
        <pc:picChg chg="del">
          <ac:chgData name="Razije Tairi" userId="df61c4969e5df40a" providerId="LiveId" clId="{1368AE67-9764-4CA6-8F2F-4A7019277A5F}" dt="2026-09-25T09:43:29.873" v="2284" actId="478"/>
          <ac:picMkLst>
            <pc:docMk/>
            <pc:sldMk cId="2063016394" sldId="271"/>
            <ac:picMk id="16" creationId="{7F5A0A34-9F3E-0B6C-2A7B-642B7A2F19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34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F59C-BE23-5DDB-6284-FACAF598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6242A-8C7A-F504-0884-C0892F8C9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5A86A-AF29-46A3-819A-044703CD2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03219-2DC5-358B-DFD8-DB650C314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66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C6F9-13DC-8BDD-F206-82EF2153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DA0C0-F940-7C34-AE1E-23CF6BAAC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475AF-43AA-9F75-34EF-898B5CD4B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042F8-12FD-6580-4C61-5DE8D8BBE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5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03E6-1860-7752-D0C6-A55DAD89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7959D-2280-64D9-319C-6CFF1ABFC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F5BE7-2F5C-A5BC-7CE4-57E86359B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28C78-37BC-899F-4E7F-6E7AA9FA0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9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5D84-5F30-1FC6-AA20-941AE4C8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EA9D4-6CFE-FC0E-8EAE-FA13C5266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3FE8A-352F-619F-9373-BC579C046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396C2-5F1E-591B-AAB2-0877C19AF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17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BEA35-6706-CE18-4E89-479C5EDC1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ADB98-5D13-E9DD-1EC7-5C5DD4D68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A7F38-2FEE-EA55-9FB1-2D84CD0B2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5063C-9707-12BB-5F14-0B5A12311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23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FE76-4F74-8D50-09B6-D3FFB8D4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F788D-DCEC-7790-39F3-9AF5D9EA3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6162B-E58F-AFB4-F044-01CF310C5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97B8-E9C8-A516-EAC0-A5D781B3A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68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7034A-137C-1626-C70F-FADE4D5E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051982-361C-43ED-5255-C9C17944A2FA}"/>
              </a:ext>
            </a:extLst>
          </p:cNvPr>
          <p:cNvSpPr/>
          <p:nvPr/>
        </p:nvSpPr>
        <p:spPr>
          <a:xfrm>
            <a:off x="566928" y="265176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313FA89-5220-F12E-07B4-334AA54E3159}"/>
              </a:ext>
            </a:extLst>
          </p:cNvPr>
          <p:cNvSpPr txBox="1"/>
          <p:nvPr/>
        </p:nvSpPr>
        <p:spPr>
          <a:xfrm>
            <a:off x="8758484" y="5761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2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PARTNER</a:t>
            </a:r>
            <a:endParaRPr lang="en-US" sz="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C9022E9-1DF5-7BE2-1CFA-DB7A7FD6E7D4}"/>
              </a:ext>
            </a:extLst>
          </p:cNvPr>
          <p:cNvSpPr/>
          <p:nvPr/>
        </p:nvSpPr>
        <p:spPr>
          <a:xfrm>
            <a:off x="10312964" y="6009316"/>
            <a:ext cx="1371600" cy="0"/>
          </a:xfrm>
          <a:prstGeom prst="line">
            <a:avLst/>
          </a:prstGeom>
          <a:noFill/>
          <a:ln w="12700">
            <a:solidFill>
              <a:srgbClr val="2C313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7D536CF-0AF0-902D-0FA0-5ACFFEFEC284}"/>
              </a:ext>
            </a:extLst>
          </p:cNvPr>
          <p:cNvSpPr txBox="1"/>
          <p:nvPr/>
        </p:nvSpPr>
        <p:spPr>
          <a:xfrm>
            <a:off x="767666" y="2025540"/>
            <a:ext cx="7000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14161B"/>
                </a:solidFill>
                <a:latin typeface="Arial" pitchFamily="34" charset="0"/>
                <a:cs typeface="Arial" pitchFamily="34" charset="-120"/>
              </a:rPr>
              <a:t>Would you trust an AI Agent with your credit card?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DC675D4-3CDE-BD9A-EC2D-5C55DE70CCF5}"/>
              </a:ext>
            </a:extLst>
          </p:cNvPr>
          <p:cNvSpPr txBox="1"/>
          <p:nvPr/>
        </p:nvSpPr>
        <p:spPr>
          <a:xfrm>
            <a:off x="820218" y="4537355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000" b="1" dirty="0">
                <a:solidFill>
                  <a:srgbClr val="2D7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Security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for your wallet.</a:t>
            </a:r>
            <a:endParaRPr 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5BCB84-85F8-4580-E536-0ECC78B2CDAB}"/>
              </a:ext>
            </a:extLst>
          </p:cNvPr>
          <p:cNvSpPr txBox="1"/>
          <p:nvPr/>
        </p:nvSpPr>
        <p:spPr>
          <a:xfrm>
            <a:off x="829229" y="6223095"/>
            <a:ext cx="3229303" cy="24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Swiss {ai} Weeks 2026</a:t>
            </a:r>
            <a:endParaRPr lang="en-US" sz="105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E5713A7-2B5B-DB62-CA23-7D61A7F44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722" y="6046841"/>
            <a:ext cx="1053819" cy="41222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A92EC00-BC1F-0BC7-2A6D-2FA203BDB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017" y="177170"/>
            <a:ext cx="2582678" cy="93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FF405-BA36-9043-11D3-939E7F11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0A71B6-E8C9-CDD7-032C-2AB386352682}"/>
              </a:ext>
            </a:extLst>
          </p:cNvPr>
          <p:cNvSpPr/>
          <p:nvPr/>
        </p:nvSpPr>
        <p:spPr>
          <a:xfrm>
            <a:off x="566928" y="265176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15D012-5D4C-572E-5DF3-0F59435C5779}"/>
              </a:ext>
            </a:extLst>
          </p:cNvPr>
          <p:cNvSpPr txBox="1"/>
          <p:nvPr/>
        </p:nvSpPr>
        <p:spPr>
          <a:xfrm>
            <a:off x="8758484" y="5761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2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PARTNER</a:t>
            </a:r>
            <a:endParaRPr lang="en-US" sz="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FF1BA84-D006-290D-B081-89EDEC3C8837}"/>
              </a:ext>
            </a:extLst>
          </p:cNvPr>
          <p:cNvSpPr/>
          <p:nvPr/>
        </p:nvSpPr>
        <p:spPr>
          <a:xfrm>
            <a:off x="10312964" y="6009316"/>
            <a:ext cx="1371600" cy="0"/>
          </a:xfrm>
          <a:prstGeom prst="line">
            <a:avLst/>
          </a:prstGeom>
          <a:noFill/>
          <a:ln w="12700">
            <a:solidFill>
              <a:srgbClr val="2C313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09BC1C7-429A-31C1-E944-8966547655CA}"/>
              </a:ext>
            </a:extLst>
          </p:cNvPr>
          <p:cNvSpPr txBox="1"/>
          <p:nvPr/>
        </p:nvSpPr>
        <p:spPr>
          <a:xfrm>
            <a:off x="829229" y="5903055"/>
            <a:ext cx="3229303" cy="24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Swiss {ai} Weeks 2026</a:t>
            </a:r>
            <a:endParaRPr lang="en-US" sz="105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477608D-1A39-9ED1-893C-ED97E7CC4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722" y="6046841"/>
            <a:ext cx="1053819" cy="412229"/>
          </a:xfrm>
          <a:prstGeom prst="rect">
            <a:avLst/>
          </a:prstGeom>
        </p:spPr>
      </p:pic>
      <p:sp>
        <p:nvSpPr>
          <p:cNvPr id="9" name="Shape 21">
            <a:extLst>
              <a:ext uri="{FF2B5EF4-FFF2-40B4-BE49-F238E27FC236}">
                <a16:creationId xmlns:a16="http://schemas.microsoft.com/office/drawing/2014/main" id="{3786182E-812D-E15A-A360-1A1FE2079D39}"/>
              </a:ext>
            </a:extLst>
          </p:cNvPr>
          <p:cNvSpPr/>
          <p:nvPr/>
        </p:nvSpPr>
        <p:spPr>
          <a:xfrm>
            <a:off x="9829800" y="3532490"/>
            <a:ext cx="1854763" cy="1197396"/>
          </a:xfrm>
          <a:prstGeom prst="roundRect">
            <a:avLst>
              <a:gd name="adj" fmla="val 4737"/>
            </a:avLst>
          </a:prstGeom>
          <a:solidFill>
            <a:srgbClr val="14151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64835DF1-6308-E975-9E40-929D71F472D3}"/>
              </a:ext>
            </a:extLst>
          </p:cNvPr>
          <p:cNvSpPr txBox="1"/>
          <p:nvPr/>
        </p:nvSpPr>
        <p:spPr>
          <a:xfrm>
            <a:off x="10049254" y="3422599"/>
            <a:ext cx="1353311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F4F4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Cost per user per year: </a:t>
            </a:r>
            <a:r>
              <a:rPr lang="en-US" sz="1200" b="1" dirty="0">
                <a:solidFill>
                  <a:srgbClr val="F4F4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1.50 $ </a:t>
            </a:r>
            <a:r>
              <a:rPr lang="en-US" sz="1100" dirty="0">
                <a:solidFill>
                  <a:srgbClr val="F4F4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small LLM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F4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F4F4F2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</p:txBody>
      </p:sp>
      <p:pic>
        <p:nvPicPr>
          <p:cNvPr id="15" name="Image 0" descr="/home/claude/workflow/logo-transparent.png">
            <a:extLst>
              <a:ext uri="{FF2B5EF4-FFF2-40B4-BE49-F238E27FC236}">
                <a16:creationId xmlns:a16="http://schemas.microsoft.com/office/drawing/2014/main" id="{3733D0A4-AED7-D468-4232-064C1FEF9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5987" y="292608"/>
            <a:ext cx="2138577" cy="54864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B786B515-FE41-6BF4-7533-EC43E9CA6844}"/>
              </a:ext>
            </a:extLst>
          </p:cNvPr>
          <p:cNvSpPr txBox="1"/>
          <p:nvPr/>
        </p:nvSpPr>
        <p:spPr>
          <a:xfrm>
            <a:off x="68580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intent to trusted judgement.</a:t>
            </a:r>
            <a:endParaRPr lang="en-US" sz="25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4C81058-4D4F-D89F-DFD2-9F102114BA1F}"/>
              </a:ext>
            </a:extLst>
          </p:cNvPr>
          <p:cNvSpPr txBox="1"/>
          <p:nvPr/>
        </p:nvSpPr>
        <p:spPr>
          <a:xfrm>
            <a:off x="68580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purchase runs through three deterministic layers before Wallet Control returns a verdict.</a:t>
            </a:r>
            <a:endParaRPr lang="en-US" sz="12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CFA6051C-9980-6206-33F3-C61F2679BFBB}"/>
              </a:ext>
            </a:extLst>
          </p:cNvPr>
          <p:cNvSpPr/>
          <p:nvPr/>
        </p:nvSpPr>
        <p:spPr>
          <a:xfrm>
            <a:off x="975208" y="1371600"/>
            <a:ext cx="3200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A55F8A55-BD9E-A2D2-9AE2-A52803258F64}"/>
              </a:ext>
            </a:extLst>
          </p:cNvPr>
          <p:cNvSpPr/>
          <p:nvPr/>
        </p:nvSpPr>
        <p:spPr>
          <a:xfrm>
            <a:off x="1158088" y="1554480"/>
            <a:ext cx="502920" cy="502920"/>
          </a:xfrm>
          <a:prstGeom prst="ellipse">
            <a:avLst/>
          </a:prstGeom>
          <a:solidFill>
            <a:srgbClr val="E8EFF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0411A24-16E8-F236-4A12-DA86EA72EDB5}"/>
              </a:ext>
            </a:extLst>
          </p:cNvPr>
          <p:cNvSpPr/>
          <p:nvPr/>
        </p:nvSpPr>
        <p:spPr>
          <a:xfrm>
            <a:off x="1319022" y="1594714"/>
            <a:ext cx="181051" cy="181051"/>
          </a:xfrm>
          <a:prstGeom prst="ellipse">
            <a:avLst/>
          </a:prstGeom>
          <a:solidFill>
            <a:srgbClr val="1B5FE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032515E8-CAE7-D0A4-68E3-9D01F0F83F6A}"/>
              </a:ext>
            </a:extLst>
          </p:cNvPr>
          <p:cNvSpPr/>
          <p:nvPr/>
        </p:nvSpPr>
        <p:spPr>
          <a:xfrm>
            <a:off x="1238555" y="1785823"/>
            <a:ext cx="341986" cy="271577"/>
          </a:xfrm>
          <a:prstGeom prst="ellipse">
            <a:avLst/>
          </a:prstGeom>
          <a:solidFill>
            <a:srgbClr val="1B5FE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F2DAAC3A-6D37-16C4-DE30-A890A99006E5}"/>
              </a:ext>
            </a:extLst>
          </p:cNvPr>
          <p:cNvSpPr txBox="1"/>
          <p:nvPr/>
        </p:nvSpPr>
        <p:spPr>
          <a:xfrm>
            <a:off x="1798168" y="1517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→ LLM</a:t>
            </a:r>
            <a:endParaRPr lang="en-US" sz="11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0F93F319-1E73-26D5-4678-EC3B2D37E82D}"/>
              </a:ext>
            </a:extLst>
          </p:cNvPr>
          <p:cNvSpPr txBox="1"/>
          <p:nvPr/>
        </p:nvSpPr>
        <p:spPr>
          <a:xfrm>
            <a:off x="1798168" y="17922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intent, in the agent’s own words</a:t>
            </a:r>
            <a:endParaRPr lang="en-US" sz="95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D6079C6D-5165-4C7F-E085-6A0A7F5AB4B7}"/>
              </a:ext>
            </a:extLst>
          </p:cNvPr>
          <p:cNvSpPr/>
          <p:nvPr/>
        </p:nvSpPr>
        <p:spPr>
          <a:xfrm>
            <a:off x="4495648" y="1371600"/>
            <a:ext cx="3200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933D92CA-6DF6-71A3-057E-13D5A50EDF24}"/>
              </a:ext>
            </a:extLst>
          </p:cNvPr>
          <p:cNvSpPr/>
          <p:nvPr/>
        </p:nvSpPr>
        <p:spPr>
          <a:xfrm>
            <a:off x="4678528" y="1554480"/>
            <a:ext cx="502920" cy="502920"/>
          </a:xfrm>
          <a:prstGeom prst="ellipse">
            <a:avLst/>
          </a:prstGeom>
          <a:solidFill>
            <a:srgbClr val="E8EFF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5A47F82F-C5EA-7271-1752-0C47668A4997}"/>
              </a:ext>
            </a:extLst>
          </p:cNvPr>
          <p:cNvSpPr/>
          <p:nvPr/>
        </p:nvSpPr>
        <p:spPr>
          <a:xfrm>
            <a:off x="4769053" y="1624889"/>
            <a:ext cx="321869" cy="362102"/>
          </a:xfrm>
          <a:prstGeom prst="roundRect">
            <a:avLst>
              <a:gd name="adj" fmla="val 5682"/>
            </a:avLst>
          </a:prstGeom>
          <a:ln w="22225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F882CDB3-A51E-EEB8-B2B4-8CB2BB003762}"/>
              </a:ext>
            </a:extLst>
          </p:cNvPr>
          <p:cNvSpPr/>
          <p:nvPr/>
        </p:nvSpPr>
        <p:spPr>
          <a:xfrm>
            <a:off x="4829404" y="1725473"/>
            <a:ext cx="201168" cy="0"/>
          </a:xfrm>
          <a:prstGeom prst="line">
            <a:avLst/>
          </a:prstGeom>
          <a:noFill/>
          <a:ln w="15875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D9B7BF70-37B2-A64C-B79D-EB1E360114CD}"/>
              </a:ext>
            </a:extLst>
          </p:cNvPr>
          <p:cNvSpPr/>
          <p:nvPr/>
        </p:nvSpPr>
        <p:spPr>
          <a:xfrm>
            <a:off x="4829404" y="1805940"/>
            <a:ext cx="201168" cy="0"/>
          </a:xfrm>
          <a:prstGeom prst="line">
            <a:avLst/>
          </a:prstGeom>
          <a:noFill/>
          <a:ln w="15875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93EF3E01-CF8A-9B30-BC19-A4BC1E71F26C}"/>
              </a:ext>
            </a:extLst>
          </p:cNvPr>
          <p:cNvSpPr/>
          <p:nvPr/>
        </p:nvSpPr>
        <p:spPr>
          <a:xfrm>
            <a:off x="4829404" y="1886407"/>
            <a:ext cx="201168" cy="0"/>
          </a:xfrm>
          <a:prstGeom prst="line">
            <a:avLst/>
          </a:prstGeom>
          <a:noFill/>
          <a:ln w="15875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A6D0EAFD-9A88-8FEA-968C-0F0CAD6008C3}"/>
              </a:ext>
            </a:extLst>
          </p:cNvPr>
          <p:cNvSpPr txBox="1"/>
          <p:nvPr/>
        </p:nvSpPr>
        <p:spPr>
          <a:xfrm>
            <a:off x="5318608" y="1517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RULEBOOK</a:t>
            </a:r>
            <a:endParaRPr lang="en-US" sz="11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5B12F730-AD48-0B67-DC6E-16EE91D13A1B}"/>
              </a:ext>
            </a:extLst>
          </p:cNvPr>
          <p:cNvSpPr txBox="1"/>
          <p:nvPr/>
        </p:nvSpPr>
        <p:spPr>
          <a:xfrm>
            <a:off x="5318608" y="17922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customer’s wallet policy</a:t>
            </a:r>
            <a:endParaRPr lang="en-US" sz="95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642B8959-53E8-BB49-696C-C7E1AB4F2FC9}"/>
              </a:ext>
            </a:extLst>
          </p:cNvPr>
          <p:cNvSpPr/>
          <p:nvPr/>
        </p:nvSpPr>
        <p:spPr>
          <a:xfrm>
            <a:off x="8016088" y="1371600"/>
            <a:ext cx="3200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043DF500-B66C-D0DC-F923-451549D109D0}"/>
              </a:ext>
            </a:extLst>
          </p:cNvPr>
          <p:cNvSpPr/>
          <p:nvPr/>
        </p:nvSpPr>
        <p:spPr>
          <a:xfrm>
            <a:off x="8198968" y="1554480"/>
            <a:ext cx="502920" cy="502920"/>
          </a:xfrm>
          <a:prstGeom prst="ellipse">
            <a:avLst/>
          </a:prstGeom>
          <a:solidFill>
            <a:srgbClr val="E8EFF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33BE3A1A-7A0E-B0A8-6875-A46980447189}"/>
              </a:ext>
            </a:extLst>
          </p:cNvPr>
          <p:cNvSpPr/>
          <p:nvPr/>
        </p:nvSpPr>
        <p:spPr>
          <a:xfrm>
            <a:off x="8279435" y="1695298"/>
            <a:ext cx="301752" cy="170993"/>
          </a:xfrm>
          <a:prstGeom prst="roundRect">
            <a:avLst>
              <a:gd name="adj" fmla="val 10695"/>
            </a:avLst>
          </a:prstGeom>
          <a:ln w="22225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99606393-453C-D258-0CB9-AA8EDA6AF6E5}"/>
              </a:ext>
            </a:extLst>
          </p:cNvPr>
          <p:cNvSpPr/>
          <p:nvPr/>
        </p:nvSpPr>
        <p:spPr>
          <a:xfrm>
            <a:off x="8209026" y="1634947"/>
            <a:ext cx="70409" cy="0"/>
          </a:xfrm>
          <a:prstGeom prst="line">
            <a:avLst/>
          </a:prstGeom>
          <a:noFill/>
          <a:ln w="19050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BB32D764-8975-6310-0017-58656C8C18FF}"/>
              </a:ext>
            </a:extLst>
          </p:cNvPr>
          <p:cNvSpPr/>
          <p:nvPr/>
        </p:nvSpPr>
        <p:spPr>
          <a:xfrm>
            <a:off x="8279435" y="1634947"/>
            <a:ext cx="0" cy="60350"/>
          </a:xfrm>
          <a:prstGeom prst="line">
            <a:avLst/>
          </a:prstGeom>
          <a:noFill/>
          <a:ln w="19050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93A31246-67F9-4580-997C-99745325303C}"/>
              </a:ext>
            </a:extLst>
          </p:cNvPr>
          <p:cNvSpPr/>
          <p:nvPr/>
        </p:nvSpPr>
        <p:spPr>
          <a:xfrm>
            <a:off x="8319668" y="1886407"/>
            <a:ext cx="60350" cy="60350"/>
          </a:xfrm>
          <a:prstGeom prst="ellipse">
            <a:avLst/>
          </a:prstGeom>
          <a:solidFill>
            <a:srgbClr val="1B5FE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D1307598-6E78-0951-99FA-865183F14070}"/>
              </a:ext>
            </a:extLst>
          </p:cNvPr>
          <p:cNvSpPr/>
          <p:nvPr/>
        </p:nvSpPr>
        <p:spPr>
          <a:xfrm>
            <a:off x="8490661" y="1886407"/>
            <a:ext cx="60350" cy="60350"/>
          </a:xfrm>
          <a:prstGeom prst="ellipse">
            <a:avLst/>
          </a:prstGeom>
          <a:solidFill>
            <a:srgbClr val="1B5FE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153CF18E-EEFC-5DAC-6A86-413D5DAF46B9}"/>
              </a:ext>
            </a:extLst>
          </p:cNvPr>
          <p:cNvSpPr txBox="1"/>
          <p:nvPr/>
        </p:nvSpPr>
        <p:spPr>
          <a:xfrm>
            <a:off x="8839048" y="1517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</a:t>
            </a:r>
            <a:endParaRPr lang="en-US" sz="1100" dirty="0"/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F40EC283-40D3-8637-04B8-9B4953871745}"/>
              </a:ext>
            </a:extLst>
          </p:cNvPr>
          <p:cNvSpPr txBox="1"/>
          <p:nvPr/>
        </p:nvSpPr>
        <p:spPr>
          <a:xfrm>
            <a:off x="8839048" y="17922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transaction</a:t>
            </a:r>
            <a:endParaRPr lang="en-US" sz="950" dirty="0"/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70B3A8BE-31FD-89FF-3ED7-8AFAB2C7BAA9}"/>
              </a:ext>
            </a:extLst>
          </p:cNvPr>
          <p:cNvSpPr/>
          <p:nvPr/>
        </p:nvSpPr>
        <p:spPr>
          <a:xfrm>
            <a:off x="2575408" y="2304288"/>
            <a:ext cx="3520440" cy="457200"/>
          </a:xfrm>
          <a:prstGeom prst="line">
            <a:avLst/>
          </a:prstGeom>
          <a:noFill/>
          <a:ln w="15875">
            <a:solidFill>
              <a:srgbClr val="D5D9E1"/>
            </a:solidFill>
            <a:prstDash val="solid"/>
            <a:tailEnd type="none"/>
          </a:ln>
        </p:spPr>
        <p:txBody>
          <a:bodyPr/>
          <a:lstStyle/>
          <a:p>
            <a:endParaRPr lang="de-CH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C20BB483-09C9-6E21-313E-F13A8AADA5D4}"/>
              </a:ext>
            </a:extLst>
          </p:cNvPr>
          <p:cNvSpPr/>
          <p:nvPr/>
        </p:nvSpPr>
        <p:spPr>
          <a:xfrm flipV="1">
            <a:off x="6095848" y="2304288"/>
            <a:ext cx="0" cy="457200"/>
          </a:xfrm>
          <a:prstGeom prst="line">
            <a:avLst/>
          </a:prstGeom>
          <a:noFill/>
          <a:ln w="15875">
            <a:solidFill>
              <a:srgbClr val="D5D9E1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72" name="Shape 27">
            <a:extLst>
              <a:ext uri="{FF2B5EF4-FFF2-40B4-BE49-F238E27FC236}">
                <a16:creationId xmlns:a16="http://schemas.microsoft.com/office/drawing/2014/main" id="{C2C09899-1424-321B-FD31-FE99F2DAB6E6}"/>
              </a:ext>
            </a:extLst>
          </p:cNvPr>
          <p:cNvSpPr/>
          <p:nvPr/>
        </p:nvSpPr>
        <p:spPr>
          <a:xfrm flipV="1">
            <a:off x="6095848" y="2304288"/>
            <a:ext cx="3520440" cy="457200"/>
          </a:xfrm>
          <a:prstGeom prst="line">
            <a:avLst/>
          </a:prstGeom>
          <a:noFill/>
          <a:ln w="15875">
            <a:solidFill>
              <a:srgbClr val="D5D9E1"/>
            </a:solidFill>
            <a:prstDash val="solid"/>
            <a:tailEnd type="none"/>
          </a:ln>
        </p:spPr>
        <p:txBody>
          <a:bodyPr/>
          <a:lstStyle/>
          <a:p>
            <a:endParaRPr lang="de-CH"/>
          </a:p>
        </p:txBody>
      </p:sp>
      <p:sp>
        <p:nvSpPr>
          <p:cNvPr id="74" name="Shape 28">
            <a:extLst>
              <a:ext uri="{FF2B5EF4-FFF2-40B4-BE49-F238E27FC236}">
                <a16:creationId xmlns:a16="http://schemas.microsoft.com/office/drawing/2014/main" id="{47C62392-BD85-ED1C-8298-EB168989EB15}"/>
              </a:ext>
            </a:extLst>
          </p:cNvPr>
          <p:cNvSpPr/>
          <p:nvPr/>
        </p:nvSpPr>
        <p:spPr>
          <a:xfrm>
            <a:off x="6095848" y="2304288"/>
            <a:ext cx="0" cy="457200"/>
          </a:xfrm>
          <a:prstGeom prst="line">
            <a:avLst/>
          </a:prstGeom>
          <a:noFill/>
          <a:ln w="15875">
            <a:solidFill>
              <a:srgbClr val="D5D9E1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76" name="Shape 29">
            <a:extLst>
              <a:ext uri="{FF2B5EF4-FFF2-40B4-BE49-F238E27FC236}">
                <a16:creationId xmlns:a16="http://schemas.microsoft.com/office/drawing/2014/main" id="{B87F33DD-4ED2-6873-629F-47FC7E682AF1}"/>
              </a:ext>
            </a:extLst>
          </p:cNvPr>
          <p:cNvSpPr/>
          <p:nvPr/>
        </p:nvSpPr>
        <p:spPr>
          <a:xfrm>
            <a:off x="2712568" y="2761488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8" name="Shape 30">
            <a:extLst>
              <a:ext uri="{FF2B5EF4-FFF2-40B4-BE49-F238E27FC236}">
                <a16:creationId xmlns:a16="http://schemas.microsoft.com/office/drawing/2014/main" id="{9C7D5B1A-8C69-34FD-5C29-C38C2C8191E7}"/>
              </a:ext>
            </a:extLst>
          </p:cNvPr>
          <p:cNvSpPr/>
          <p:nvPr/>
        </p:nvSpPr>
        <p:spPr>
          <a:xfrm>
            <a:off x="2895448" y="2898648"/>
            <a:ext cx="438912" cy="438912"/>
          </a:xfrm>
          <a:prstGeom prst="ellipse">
            <a:avLst/>
          </a:prstGeom>
          <a:solidFill>
            <a:srgbClr val="14161B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0" name="Text 31">
            <a:extLst>
              <a:ext uri="{FF2B5EF4-FFF2-40B4-BE49-F238E27FC236}">
                <a16:creationId xmlns:a16="http://schemas.microsoft.com/office/drawing/2014/main" id="{F6AB171D-DE60-2D21-C8CF-4D7AAC77C4C5}"/>
              </a:ext>
            </a:extLst>
          </p:cNvPr>
          <p:cNvSpPr txBox="1"/>
          <p:nvPr/>
        </p:nvSpPr>
        <p:spPr>
          <a:xfrm>
            <a:off x="2895448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2" name="Text 32">
            <a:extLst>
              <a:ext uri="{FF2B5EF4-FFF2-40B4-BE49-F238E27FC236}">
                <a16:creationId xmlns:a16="http://schemas.microsoft.com/office/drawing/2014/main" id="{85D7337C-D707-E524-DE7A-47463AE3BBAD}"/>
              </a:ext>
            </a:extLst>
          </p:cNvPr>
          <p:cNvSpPr txBox="1"/>
          <p:nvPr/>
        </p:nvSpPr>
        <p:spPr>
          <a:xfrm>
            <a:off x="3489808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filter</a:t>
            </a:r>
            <a:endParaRPr lang="en-US" sz="1500" dirty="0"/>
          </a:p>
        </p:txBody>
      </p:sp>
      <p:sp>
        <p:nvSpPr>
          <p:cNvPr id="84" name="Text 33">
            <a:extLst>
              <a:ext uri="{FF2B5EF4-FFF2-40B4-BE49-F238E27FC236}">
                <a16:creationId xmlns:a16="http://schemas.microsoft.com/office/drawing/2014/main" id="{5DACD083-D054-3A8E-DB10-9BB5ECC2FF20}"/>
              </a:ext>
            </a:extLst>
          </p:cNvPr>
          <p:cNvSpPr txBox="1"/>
          <p:nvPr/>
        </p:nvSpPr>
        <p:spPr>
          <a:xfrm>
            <a:off x="3489808" y="314553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Merchant, amount and timing checked against your rules.</a:t>
            </a:r>
            <a:endParaRPr lang="en-US" sz="1000" dirty="0"/>
          </a:p>
        </p:txBody>
      </p:sp>
      <p:sp>
        <p:nvSpPr>
          <p:cNvPr id="86" name="Shape 34">
            <a:extLst>
              <a:ext uri="{FF2B5EF4-FFF2-40B4-BE49-F238E27FC236}">
                <a16:creationId xmlns:a16="http://schemas.microsoft.com/office/drawing/2014/main" id="{3F5D1C35-EF99-BD3A-70AF-5C31F1D04BCD}"/>
              </a:ext>
            </a:extLst>
          </p:cNvPr>
          <p:cNvSpPr/>
          <p:nvPr/>
        </p:nvSpPr>
        <p:spPr>
          <a:xfrm>
            <a:off x="2712568" y="3621024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8" name="Shape 35">
            <a:extLst>
              <a:ext uri="{FF2B5EF4-FFF2-40B4-BE49-F238E27FC236}">
                <a16:creationId xmlns:a16="http://schemas.microsoft.com/office/drawing/2014/main" id="{FC3ECC74-BD13-46C8-DC46-6AE5CC9B9275}"/>
              </a:ext>
            </a:extLst>
          </p:cNvPr>
          <p:cNvSpPr/>
          <p:nvPr/>
        </p:nvSpPr>
        <p:spPr>
          <a:xfrm>
            <a:off x="2895448" y="3758184"/>
            <a:ext cx="438912" cy="438912"/>
          </a:xfrm>
          <a:prstGeom prst="ellipse">
            <a:avLst/>
          </a:prstGeom>
          <a:solidFill>
            <a:srgbClr val="14161B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0" name="Text 36">
            <a:extLst>
              <a:ext uri="{FF2B5EF4-FFF2-40B4-BE49-F238E27FC236}">
                <a16:creationId xmlns:a16="http://schemas.microsoft.com/office/drawing/2014/main" id="{C6491316-40FA-4B74-DB9E-4784A5989547}"/>
              </a:ext>
            </a:extLst>
          </p:cNvPr>
          <p:cNvSpPr txBox="1"/>
          <p:nvPr/>
        </p:nvSpPr>
        <p:spPr>
          <a:xfrm>
            <a:off x="2895448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2" name="Text 37">
            <a:extLst>
              <a:ext uri="{FF2B5EF4-FFF2-40B4-BE49-F238E27FC236}">
                <a16:creationId xmlns:a16="http://schemas.microsoft.com/office/drawing/2014/main" id="{B9B74848-3B60-E169-15E0-742040977FCF}"/>
              </a:ext>
            </a:extLst>
          </p:cNvPr>
          <p:cNvSpPr txBox="1"/>
          <p:nvPr/>
        </p:nvSpPr>
        <p:spPr>
          <a:xfrm>
            <a:off x="3489808" y="37124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· deterministic</a:t>
            </a:r>
            <a:endParaRPr lang="en-US" sz="1500" dirty="0"/>
          </a:p>
        </p:txBody>
      </p:sp>
      <p:sp>
        <p:nvSpPr>
          <p:cNvPr id="94" name="Text 38">
            <a:extLst>
              <a:ext uri="{FF2B5EF4-FFF2-40B4-BE49-F238E27FC236}">
                <a16:creationId xmlns:a16="http://schemas.microsoft.com/office/drawing/2014/main" id="{1C7BA0E5-A882-EF79-BFDB-6DAFFA99B53F}"/>
              </a:ext>
            </a:extLst>
          </p:cNvPr>
          <p:cNvSpPr txBox="1"/>
          <p:nvPr/>
        </p:nvSpPr>
        <p:spPr>
          <a:xfrm>
            <a:off x="3489808" y="4005072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policy, evaluated the same way, every single time.</a:t>
            </a:r>
            <a:endParaRPr lang="en-US" sz="1000" dirty="0"/>
          </a:p>
        </p:txBody>
      </p:sp>
      <p:sp>
        <p:nvSpPr>
          <p:cNvPr id="96" name="Shape 39">
            <a:extLst>
              <a:ext uri="{FF2B5EF4-FFF2-40B4-BE49-F238E27FC236}">
                <a16:creationId xmlns:a16="http://schemas.microsoft.com/office/drawing/2014/main" id="{9DF9D345-98AE-9805-5FE7-44E6399BC1F7}"/>
              </a:ext>
            </a:extLst>
          </p:cNvPr>
          <p:cNvSpPr/>
          <p:nvPr/>
        </p:nvSpPr>
        <p:spPr>
          <a:xfrm>
            <a:off x="2712568" y="448056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8" name="Shape 40">
            <a:extLst>
              <a:ext uri="{FF2B5EF4-FFF2-40B4-BE49-F238E27FC236}">
                <a16:creationId xmlns:a16="http://schemas.microsoft.com/office/drawing/2014/main" id="{44FC3C0F-4271-AC1F-4578-D2C4C1D5298E}"/>
              </a:ext>
            </a:extLst>
          </p:cNvPr>
          <p:cNvSpPr/>
          <p:nvPr/>
        </p:nvSpPr>
        <p:spPr>
          <a:xfrm>
            <a:off x="2895448" y="4617720"/>
            <a:ext cx="438912" cy="438912"/>
          </a:xfrm>
          <a:prstGeom prst="ellipse">
            <a:avLst/>
          </a:prstGeom>
          <a:solidFill>
            <a:srgbClr val="14161B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0" name="Text 41">
            <a:extLst>
              <a:ext uri="{FF2B5EF4-FFF2-40B4-BE49-F238E27FC236}">
                <a16:creationId xmlns:a16="http://schemas.microsoft.com/office/drawing/2014/main" id="{82479E8D-D796-0606-1CFD-BF3477EB2B14}"/>
              </a:ext>
            </a:extLst>
          </p:cNvPr>
          <p:cNvSpPr txBox="1"/>
          <p:nvPr/>
        </p:nvSpPr>
        <p:spPr>
          <a:xfrm>
            <a:off x="2895448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02" name="Text 42">
            <a:extLst>
              <a:ext uri="{FF2B5EF4-FFF2-40B4-BE49-F238E27FC236}">
                <a16:creationId xmlns:a16="http://schemas.microsoft.com/office/drawing/2014/main" id="{8F9BC79E-1A2A-7683-5DCB-47CE3A58341A}"/>
              </a:ext>
            </a:extLst>
          </p:cNvPr>
          <p:cNvSpPr txBox="1"/>
          <p:nvPr/>
        </p:nvSpPr>
        <p:spPr>
          <a:xfrm>
            <a:off x="3489808" y="4572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reader</a:t>
            </a:r>
            <a:endParaRPr lang="en-US" sz="1500" dirty="0"/>
          </a:p>
        </p:txBody>
      </p:sp>
      <p:sp>
        <p:nvSpPr>
          <p:cNvPr id="104" name="Text 43">
            <a:extLst>
              <a:ext uri="{FF2B5EF4-FFF2-40B4-BE49-F238E27FC236}">
                <a16:creationId xmlns:a16="http://schemas.microsoft.com/office/drawing/2014/main" id="{124CDCBB-C8EB-09AC-7F38-FA8BB65909C1}"/>
              </a:ext>
            </a:extLst>
          </p:cNvPr>
          <p:cNvSpPr txBox="1"/>
          <p:nvPr/>
        </p:nvSpPr>
        <p:spPr>
          <a:xfrm>
            <a:off x="3489808" y="486460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actual basket — no interpretation left to chance.</a:t>
            </a:r>
            <a:endParaRPr lang="en-US" sz="1000" dirty="0"/>
          </a:p>
        </p:txBody>
      </p:sp>
      <p:sp>
        <p:nvSpPr>
          <p:cNvPr id="106" name="Shape 44">
            <a:extLst>
              <a:ext uri="{FF2B5EF4-FFF2-40B4-BE49-F238E27FC236}">
                <a16:creationId xmlns:a16="http://schemas.microsoft.com/office/drawing/2014/main" id="{7B1224BA-B5A7-8C25-5BDF-AF80E7696318}"/>
              </a:ext>
            </a:extLst>
          </p:cNvPr>
          <p:cNvSpPr/>
          <p:nvPr/>
        </p:nvSpPr>
        <p:spPr>
          <a:xfrm>
            <a:off x="3114904" y="3474720"/>
            <a:ext cx="0" cy="146304"/>
          </a:xfrm>
          <a:prstGeom prst="line">
            <a:avLst/>
          </a:prstGeom>
          <a:noFill/>
          <a:ln w="15875">
            <a:solidFill>
              <a:srgbClr val="D5D9E1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08" name="Shape 45">
            <a:extLst>
              <a:ext uri="{FF2B5EF4-FFF2-40B4-BE49-F238E27FC236}">
                <a16:creationId xmlns:a16="http://schemas.microsoft.com/office/drawing/2014/main" id="{18B5DA66-6DE5-DB5E-9F21-E2FD7B22495A}"/>
              </a:ext>
            </a:extLst>
          </p:cNvPr>
          <p:cNvSpPr/>
          <p:nvPr/>
        </p:nvSpPr>
        <p:spPr>
          <a:xfrm>
            <a:off x="3114904" y="4334256"/>
            <a:ext cx="0" cy="146304"/>
          </a:xfrm>
          <a:prstGeom prst="line">
            <a:avLst/>
          </a:prstGeom>
          <a:noFill/>
          <a:ln w="15875">
            <a:solidFill>
              <a:srgbClr val="D5D9E1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16" name="Shape 49">
            <a:extLst>
              <a:ext uri="{FF2B5EF4-FFF2-40B4-BE49-F238E27FC236}">
                <a16:creationId xmlns:a16="http://schemas.microsoft.com/office/drawing/2014/main" id="{08EA9416-3AD5-65B8-B57D-7AB21E45CDF8}"/>
              </a:ext>
            </a:extLst>
          </p:cNvPr>
          <p:cNvSpPr/>
          <p:nvPr/>
        </p:nvSpPr>
        <p:spPr>
          <a:xfrm>
            <a:off x="6095848" y="5193792"/>
            <a:ext cx="0" cy="274320"/>
          </a:xfrm>
          <a:prstGeom prst="line">
            <a:avLst/>
          </a:prstGeom>
          <a:noFill/>
          <a:ln w="19050">
            <a:solidFill>
              <a:srgbClr val="D5D9E1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18" name="Shape 50">
            <a:extLst>
              <a:ext uri="{FF2B5EF4-FFF2-40B4-BE49-F238E27FC236}">
                <a16:creationId xmlns:a16="http://schemas.microsoft.com/office/drawing/2014/main" id="{21616A78-FB59-CF62-358C-10C9307A093B}"/>
              </a:ext>
            </a:extLst>
          </p:cNvPr>
          <p:cNvSpPr/>
          <p:nvPr/>
        </p:nvSpPr>
        <p:spPr>
          <a:xfrm>
            <a:off x="746608" y="5550408"/>
            <a:ext cx="2251156" cy="62179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0" name="Shape 51">
            <a:extLst>
              <a:ext uri="{FF2B5EF4-FFF2-40B4-BE49-F238E27FC236}">
                <a16:creationId xmlns:a16="http://schemas.microsoft.com/office/drawing/2014/main" id="{BBBE8E63-CC2A-FD35-FBEC-245994DA1616}"/>
              </a:ext>
            </a:extLst>
          </p:cNvPr>
          <p:cNvSpPr/>
          <p:nvPr/>
        </p:nvSpPr>
        <p:spPr>
          <a:xfrm>
            <a:off x="993496" y="5724144"/>
            <a:ext cx="274320" cy="274320"/>
          </a:xfrm>
          <a:prstGeom prst="ellipse">
            <a:avLst/>
          </a:prstGeom>
          <a:ln w="22225">
            <a:solidFill>
              <a:srgbClr val="1C7F4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2" name="Shape 52">
            <a:extLst>
              <a:ext uri="{FF2B5EF4-FFF2-40B4-BE49-F238E27FC236}">
                <a16:creationId xmlns:a16="http://schemas.microsoft.com/office/drawing/2014/main" id="{B61A7FE0-938E-F19D-924D-1E1316052587}"/>
              </a:ext>
            </a:extLst>
          </p:cNvPr>
          <p:cNvSpPr/>
          <p:nvPr/>
        </p:nvSpPr>
        <p:spPr>
          <a:xfrm>
            <a:off x="1034644" y="5957316"/>
            <a:ext cx="192024" cy="0"/>
          </a:xfrm>
          <a:prstGeom prst="line">
            <a:avLst/>
          </a:prstGeom>
          <a:noFill/>
          <a:ln w="22225">
            <a:solidFill>
              <a:srgbClr val="1C7F4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4" name="Text 53">
            <a:extLst>
              <a:ext uri="{FF2B5EF4-FFF2-40B4-BE49-F238E27FC236}">
                <a16:creationId xmlns:a16="http://schemas.microsoft.com/office/drawing/2014/main" id="{92BAF89C-7A21-AABB-5D9C-23DAE23F836C}"/>
              </a:ext>
            </a:extLst>
          </p:cNvPr>
          <p:cNvSpPr txBox="1"/>
          <p:nvPr/>
        </p:nvSpPr>
        <p:spPr>
          <a:xfrm>
            <a:off x="1368400" y="555040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hallucination</a:t>
            </a:r>
            <a:endParaRPr lang="en-US" sz="1300" dirty="0"/>
          </a:p>
        </p:txBody>
      </p:sp>
      <p:sp>
        <p:nvSpPr>
          <p:cNvPr id="126" name="Shape 54">
            <a:extLst>
              <a:ext uri="{FF2B5EF4-FFF2-40B4-BE49-F238E27FC236}">
                <a16:creationId xmlns:a16="http://schemas.microsoft.com/office/drawing/2014/main" id="{CECD3CD2-F9EC-0802-C64E-3D4891E422A7}"/>
              </a:ext>
            </a:extLst>
          </p:cNvPr>
          <p:cNvSpPr/>
          <p:nvPr/>
        </p:nvSpPr>
        <p:spPr>
          <a:xfrm>
            <a:off x="4404208" y="5550408"/>
            <a:ext cx="2251156" cy="62179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8" name="Shape 55">
            <a:extLst>
              <a:ext uri="{FF2B5EF4-FFF2-40B4-BE49-F238E27FC236}">
                <a16:creationId xmlns:a16="http://schemas.microsoft.com/office/drawing/2014/main" id="{D0E553C7-BD4A-056C-D147-1E497EBE432D}"/>
              </a:ext>
            </a:extLst>
          </p:cNvPr>
          <p:cNvSpPr/>
          <p:nvPr/>
        </p:nvSpPr>
        <p:spPr>
          <a:xfrm>
            <a:off x="4651096" y="5724144"/>
            <a:ext cx="274320" cy="274320"/>
          </a:xfrm>
          <a:prstGeom prst="ellipse">
            <a:avLst/>
          </a:prstGeom>
          <a:ln w="22225">
            <a:solidFill>
              <a:srgbClr val="1C7F4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0" name="Shape 56">
            <a:extLst>
              <a:ext uri="{FF2B5EF4-FFF2-40B4-BE49-F238E27FC236}">
                <a16:creationId xmlns:a16="http://schemas.microsoft.com/office/drawing/2014/main" id="{948585E9-479F-D728-CDA9-6A773BEAEB22}"/>
              </a:ext>
            </a:extLst>
          </p:cNvPr>
          <p:cNvSpPr/>
          <p:nvPr/>
        </p:nvSpPr>
        <p:spPr>
          <a:xfrm>
            <a:off x="4692244" y="5957316"/>
            <a:ext cx="192024" cy="0"/>
          </a:xfrm>
          <a:prstGeom prst="line">
            <a:avLst/>
          </a:prstGeom>
          <a:noFill/>
          <a:ln w="22225">
            <a:solidFill>
              <a:srgbClr val="1C7F4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2" name="Text 57">
            <a:extLst>
              <a:ext uri="{FF2B5EF4-FFF2-40B4-BE49-F238E27FC236}">
                <a16:creationId xmlns:a16="http://schemas.microsoft.com/office/drawing/2014/main" id="{D71E47B0-5E75-998D-AED1-198BF7491A32}"/>
              </a:ext>
            </a:extLst>
          </p:cNvPr>
          <p:cNvSpPr txBox="1"/>
          <p:nvPr/>
        </p:nvSpPr>
        <p:spPr>
          <a:xfrm>
            <a:off x="5026000" y="555040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 injection</a:t>
            </a:r>
            <a:endParaRPr lang="en-US" sz="1300" dirty="0"/>
          </a:p>
        </p:txBody>
      </p:sp>
      <p:sp>
        <p:nvSpPr>
          <p:cNvPr id="134" name="Shape 58">
            <a:extLst>
              <a:ext uri="{FF2B5EF4-FFF2-40B4-BE49-F238E27FC236}">
                <a16:creationId xmlns:a16="http://schemas.microsoft.com/office/drawing/2014/main" id="{72A91521-3EFD-9E89-AF25-9762136751F6}"/>
              </a:ext>
            </a:extLst>
          </p:cNvPr>
          <p:cNvSpPr/>
          <p:nvPr/>
        </p:nvSpPr>
        <p:spPr>
          <a:xfrm>
            <a:off x="8061808" y="5550408"/>
            <a:ext cx="2251156" cy="621792"/>
          </a:xfrm>
          <a:prstGeom prst="roundRect">
            <a:avLst>
              <a:gd name="adj" fmla="val 50000"/>
            </a:avLst>
          </a:prstGeom>
          <a:solidFill>
            <a:srgbClr val="E8EFF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6" name="Shape 59">
            <a:extLst>
              <a:ext uri="{FF2B5EF4-FFF2-40B4-BE49-F238E27FC236}">
                <a16:creationId xmlns:a16="http://schemas.microsoft.com/office/drawing/2014/main" id="{23E8E261-D2DC-EC5A-848F-37681D60CED3}"/>
              </a:ext>
            </a:extLst>
          </p:cNvPr>
          <p:cNvSpPr/>
          <p:nvPr/>
        </p:nvSpPr>
        <p:spPr>
          <a:xfrm>
            <a:off x="8342986" y="5861304"/>
            <a:ext cx="75438" cy="75438"/>
          </a:xfrm>
          <a:prstGeom prst="line">
            <a:avLst/>
          </a:prstGeom>
          <a:noFill/>
          <a:ln w="28575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8" name="Shape 60">
            <a:extLst>
              <a:ext uri="{FF2B5EF4-FFF2-40B4-BE49-F238E27FC236}">
                <a16:creationId xmlns:a16="http://schemas.microsoft.com/office/drawing/2014/main" id="{5D0DEAC5-961C-9EC7-8DDB-DD8097C13A0E}"/>
              </a:ext>
            </a:extLst>
          </p:cNvPr>
          <p:cNvSpPr/>
          <p:nvPr/>
        </p:nvSpPr>
        <p:spPr>
          <a:xfrm>
            <a:off x="8418424" y="5936742"/>
            <a:ext cx="137160" cy="0"/>
          </a:xfrm>
          <a:prstGeom prst="line">
            <a:avLst/>
          </a:prstGeom>
          <a:noFill/>
          <a:ln w="28575">
            <a:solidFill>
              <a:srgbClr val="1B5FE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0" name="Text 61">
            <a:extLst>
              <a:ext uri="{FF2B5EF4-FFF2-40B4-BE49-F238E27FC236}">
                <a16:creationId xmlns:a16="http://schemas.microsoft.com/office/drawing/2014/main" id="{95A140BE-FFE1-637E-6280-E3709717092C}"/>
              </a:ext>
            </a:extLst>
          </p:cNvPr>
          <p:cNvSpPr txBox="1"/>
          <p:nvPr/>
        </p:nvSpPr>
        <p:spPr>
          <a:xfrm>
            <a:off x="8683600" y="555040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judgement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6301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C775-DA00-0BE5-78D4-CBD8316E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418347-9C07-B598-8ED6-BC0B9F8BD0F1}"/>
              </a:ext>
            </a:extLst>
          </p:cNvPr>
          <p:cNvSpPr/>
          <p:nvPr/>
        </p:nvSpPr>
        <p:spPr>
          <a:xfrm>
            <a:off x="566928" y="265176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8F04336-D2FA-B1C6-1B1D-4F6D44D182AF}"/>
              </a:ext>
            </a:extLst>
          </p:cNvPr>
          <p:cNvSpPr txBox="1"/>
          <p:nvPr/>
        </p:nvSpPr>
        <p:spPr>
          <a:xfrm>
            <a:off x="8888983" y="584219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2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PARTNER</a:t>
            </a:r>
            <a:endParaRPr lang="en-US" sz="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2E3C9E7-E1F8-575E-5788-82CD4BC89948}"/>
              </a:ext>
            </a:extLst>
          </p:cNvPr>
          <p:cNvSpPr/>
          <p:nvPr/>
        </p:nvSpPr>
        <p:spPr>
          <a:xfrm>
            <a:off x="10443463" y="6107843"/>
            <a:ext cx="1371600" cy="0"/>
          </a:xfrm>
          <a:prstGeom prst="line">
            <a:avLst/>
          </a:prstGeom>
          <a:noFill/>
          <a:ln w="12700">
            <a:solidFill>
              <a:srgbClr val="2C313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FFF4BF1-8E41-9C63-8348-E54874ACD763}"/>
              </a:ext>
            </a:extLst>
          </p:cNvPr>
          <p:cNvSpPr txBox="1"/>
          <p:nvPr/>
        </p:nvSpPr>
        <p:spPr>
          <a:xfrm>
            <a:off x="957245" y="6415811"/>
            <a:ext cx="3229303" cy="24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Swiss {ai} Weeks 2026</a:t>
            </a:r>
            <a:endParaRPr lang="en-US" sz="105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6AE1E87-10B9-CD11-3CBE-AA97AB85E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7221" y="6127439"/>
            <a:ext cx="1053819" cy="41222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056CEF4-693C-5497-FB11-659B11502F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7475" y="74063"/>
            <a:ext cx="1995795" cy="724929"/>
          </a:xfrm>
          <a:prstGeom prst="rect">
            <a:avLst/>
          </a:prstGeom>
        </p:spPr>
      </p:pic>
      <p:pic>
        <p:nvPicPr>
          <p:cNvPr id="6" name="gg_1min">
            <a:hlinkClick r:id="" action="ppaction://media"/>
            <a:extLst>
              <a:ext uri="{FF2B5EF4-FFF2-40B4-BE49-F238E27FC236}">
                <a16:creationId xmlns:a16="http://schemas.microsoft.com/office/drawing/2014/main" id="{51C97A4C-2AB0-8E06-C330-1E923AD6FB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875278" y="1049338"/>
            <a:ext cx="2832100" cy="556260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289561EE-5F0A-52F6-6DAD-1A49F1A2A827}"/>
              </a:ext>
            </a:extLst>
          </p:cNvPr>
          <p:cNvSpPr txBox="1"/>
          <p:nvPr/>
        </p:nvSpPr>
        <p:spPr>
          <a:xfrm>
            <a:off x="68580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Demo.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129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21D14-E20B-9276-4598-CEF1FE89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A7E623-2685-62AB-A8A0-E0B389FCEE46}"/>
              </a:ext>
            </a:extLst>
          </p:cNvPr>
          <p:cNvSpPr/>
          <p:nvPr/>
        </p:nvSpPr>
        <p:spPr>
          <a:xfrm>
            <a:off x="566928" y="265176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9FCD31A-90D9-AE7B-2FEF-D0D14720A2B5}"/>
              </a:ext>
            </a:extLst>
          </p:cNvPr>
          <p:cNvSpPr txBox="1"/>
          <p:nvPr/>
        </p:nvSpPr>
        <p:spPr>
          <a:xfrm>
            <a:off x="8758484" y="58998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2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PARTNER</a:t>
            </a:r>
            <a:endParaRPr lang="en-US" sz="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0B91447-72F4-1C8F-D3F6-B892118580F0}"/>
              </a:ext>
            </a:extLst>
          </p:cNvPr>
          <p:cNvSpPr/>
          <p:nvPr/>
        </p:nvSpPr>
        <p:spPr>
          <a:xfrm>
            <a:off x="10312964" y="6147544"/>
            <a:ext cx="1371600" cy="0"/>
          </a:xfrm>
          <a:prstGeom prst="line">
            <a:avLst/>
          </a:prstGeom>
          <a:noFill/>
          <a:ln w="12700">
            <a:solidFill>
              <a:srgbClr val="2C313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452226E-9DD9-EA20-A2E7-02921E701111}"/>
              </a:ext>
            </a:extLst>
          </p:cNvPr>
          <p:cNvSpPr txBox="1"/>
          <p:nvPr/>
        </p:nvSpPr>
        <p:spPr>
          <a:xfrm>
            <a:off x="829229" y="6223095"/>
            <a:ext cx="3229303" cy="24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Swiss {ai} Weeks 2026</a:t>
            </a:r>
            <a:endParaRPr lang="en-US" sz="105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3AD3279-FDB0-277D-E1EF-8F47CAD17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722" y="6185069"/>
            <a:ext cx="1053819" cy="41222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25B76E57-1164-0C00-AAEC-BA7E04FC4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017" y="177170"/>
            <a:ext cx="2582678" cy="938102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9ED1A240-6430-9C14-5C07-D7E243BAF832}"/>
              </a:ext>
            </a:extLst>
          </p:cNvPr>
          <p:cNvSpPr txBox="1"/>
          <p:nvPr/>
        </p:nvSpPr>
        <p:spPr>
          <a:xfrm>
            <a:off x="685800" y="1234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 </a:t>
            </a:r>
            <a:r>
              <a:rPr lang="en-US" sz="3600" b="1" dirty="0" err="1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ratelimit</a:t>
            </a:r>
            <a:r>
              <a:rPr lang="en-US" sz="36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rebels</a:t>
            </a:r>
            <a:endParaRPr lang="en-US" sz="36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B761E56-0578-3145-3475-403D0A1A6AAC}"/>
              </a:ext>
            </a:extLst>
          </p:cNvPr>
          <p:cNvSpPr txBox="1"/>
          <p:nvPr/>
        </p:nvSpPr>
        <p:spPr>
          <a:xfrm>
            <a:off x="666326" y="19546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2026.</a:t>
            </a:r>
            <a:endParaRPr lang="en-US" sz="1400" dirty="0"/>
          </a:p>
        </p:txBody>
      </p:sp>
      <p:sp>
        <p:nvSpPr>
          <p:cNvPr id="67" name="Shape 2">
            <a:extLst>
              <a:ext uri="{FF2B5EF4-FFF2-40B4-BE49-F238E27FC236}">
                <a16:creationId xmlns:a16="http://schemas.microsoft.com/office/drawing/2014/main" id="{2603BDB2-309E-CBE0-47C8-A14E6854FE61}"/>
              </a:ext>
            </a:extLst>
          </p:cNvPr>
          <p:cNvSpPr/>
          <p:nvPr/>
        </p:nvSpPr>
        <p:spPr>
          <a:xfrm>
            <a:off x="666326" y="2438051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7DE31D65-8EE4-30D8-C593-6D03B5B3DDEA}"/>
              </a:ext>
            </a:extLst>
          </p:cNvPr>
          <p:cNvSpPr/>
          <p:nvPr/>
        </p:nvSpPr>
        <p:spPr>
          <a:xfrm>
            <a:off x="1192106" y="2803811"/>
            <a:ext cx="914400" cy="914400"/>
          </a:xfrm>
          <a:prstGeom prst="ellipse">
            <a:avLst/>
          </a:prstGeom>
          <a:solidFill>
            <a:srgbClr val="E9EBEF"/>
          </a:solidFill>
          <a:ln w="12700">
            <a:solidFill>
              <a:srgbClr val="D5D9E1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71" name="Shape 4">
            <a:extLst>
              <a:ext uri="{FF2B5EF4-FFF2-40B4-BE49-F238E27FC236}">
                <a16:creationId xmlns:a16="http://schemas.microsoft.com/office/drawing/2014/main" id="{6452D434-4A01-F53F-0F60-9B24D6FFE3A9}"/>
              </a:ext>
            </a:extLst>
          </p:cNvPr>
          <p:cNvSpPr/>
          <p:nvPr/>
        </p:nvSpPr>
        <p:spPr>
          <a:xfrm>
            <a:off x="1521290" y="3004979"/>
            <a:ext cx="256032" cy="256032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3" name="Shape 5">
            <a:extLst>
              <a:ext uri="{FF2B5EF4-FFF2-40B4-BE49-F238E27FC236}">
                <a16:creationId xmlns:a16="http://schemas.microsoft.com/office/drawing/2014/main" id="{325299B7-CF00-D4A1-4702-8F089CE8C6DA}"/>
              </a:ext>
            </a:extLst>
          </p:cNvPr>
          <p:cNvSpPr/>
          <p:nvPr/>
        </p:nvSpPr>
        <p:spPr>
          <a:xfrm>
            <a:off x="1393274" y="3315875"/>
            <a:ext cx="512064" cy="365760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7" name="Text 7">
            <a:extLst>
              <a:ext uri="{FF2B5EF4-FFF2-40B4-BE49-F238E27FC236}">
                <a16:creationId xmlns:a16="http://schemas.microsoft.com/office/drawing/2014/main" id="{2FF36EE6-0B3B-B9A9-A2EE-2DFE93DEC85D}"/>
              </a:ext>
            </a:extLst>
          </p:cNvPr>
          <p:cNvSpPr txBox="1"/>
          <p:nvPr/>
        </p:nvSpPr>
        <p:spPr>
          <a:xfrm>
            <a:off x="803486" y="4038251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06600"/>
                </a:solidFill>
                <a:latin typeface="Arial" pitchFamily="34" charset="0"/>
                <a:cs typeface="Arial" pitchFamily="34" charset="-120"/>
              </a:rPr>
              <a:t>Glody Figueiredo </a:t>
            </a:r>
          </a:p>
        </p:txBody>
      </p:sp>
      <p:sp>
        <p:nvSpPr>
          <p:cNvPr id="79" name="Shape 8">
            <a:extLst>
              <a:ext uri="{FF2B5EF4-FFF2-40B4-BE49-F238E27FC236}">
                <a16:creationId xmlns:a16="http://schemas.microsoft.com/office/drawing/2014/main" id="{1E1E3C07-BF83-3D42-EA89-D540AF51B4CA}"/>
              </a:ext>
            </a:extLst>
          </p:cNvPr>
          <p:cNvSpPr/>
          <p:nvPr/>
        </p:nvSpPr>
        <p:spPr>
          <a:xfrm>
            <a:off x="1374986" y="4504595"/>
            <a:ext cx="548640" cy="0"/>
          </a:xfrm>
          <a:prstGeom prst="line">
            <a:avLst/>
          </a:prstGeom>
          <a:noFill/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DD9BD4E5-4BD0-DC86-3A53-B07CD5B973AE}"/>
              </a:ext>
            </a:extLst>
          </p:cNvPr>
          <p:cNvSpPr txBox="1"/>
          <p:nvPr/>
        </p:nvSpPr>
        <p:spPr>
          <a:xfrm>
            <a:off x="776054" y="4614323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 err="1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Nigth</a:t>
            </a:r>
            <a:r>
              <a:rPr lang="en-US" sz="9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Shift Prompt </a:t>
            </a:r>
            <a:r>
              <a:rPr lang="en-US" sz="900" dirty="0" err="1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Comander</a:t>
            </a:r>
            <a:r>
              <a:rPr lang="en-US" sz="9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Official AI babysitter </a:t>
            </a:r>
            <a:endParaRPr lang="en-US" sz="900" dirty="0"/>
          </a:p>
        </p:txBody>
      </p:sp>
      <p:sp>
        <p:nvSpPr>
          <p:cNvPr id="83" name="Shape 10">
            <a:extLst>
              <a:ext uri="{FF2B5EF4-FFF2-40B4-BE49-F238E27FC236}">
                <a16:creationId xmlns:a16="http://schemas.microsoft.com/office/drawing/2014/main" id="{2A8E601A-3F01-08FC-E1B8-942CC34B968A}"/>
              </a:ext>
            </a:extLst>
          </p:cNvPr>
          <p:cNvSpPr/>
          <p:nvPr/>
        </p:nvSpPr>
        <p:spPr>
          <a:xfrm>
            <a:off x="2815166" y="2438051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5" name="Shape 11">
            <a:extLst>
              <a:ext uri="{FF2B5EF4-FFF2-40B4-BE49-F238E27FC236}">
                <a16:creationId xmlns:a16="http://schemas.microsoft.com/office/drawing/2014/main" id="{47914FE3-C010-4BC8-608A-8EA87CEF5232}"/>
              </a:ext>
            </a:extLst>
          </p:cNvPr>
          <p:cNvSpPr/>
          <p:nvPr/>
        </p:nvSpPr>
        <p:spPr>
          <a:xfrm>
            <a:off x="3340946" y="2803811"/>
            <a:ext cx="914400" cy="914400"/>
          </a:xfrm>
          <a:prstGeom prst="ellipse">
            <a:avLst/>
          </a:prstGeom>
          <a:solidFill>
            <a:srgbClr val="E9EBEF"/>
          </a:solidFill>
          <a:ln w="12700">
            <a:solidFill>
              <a:srgbClr val="D5D9E1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87" name="Shape 12">
            <a:extLst>
              <a:ext uri="{FF2B5EF4-FFF2-40B4-BE49-F238E27FC236}">
                <a16:creationId xmlns:a16="http://schemas.microsoft.com/office/drawing/2014/main" id="{4372D301-63DD-C09C-219C-BBF2381BFFEE}"/>
              </a:ext>
            </a:extLst>
          </p:cNvPr>
          <p:cNvSpPr/>
          <p:nvPr/>
        </p:nvSpPr>
        <p:spPr>
          <a:xfrm>
            <a:off x="3670130" y="3004979"/>
            <a:ext cx="256032" cy="256032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9" name="Shape 13">
            <a:extLst>
              <a:ext uri="{FF2B5EF4-FFF2-40B4-BE49-F238E27FC236}">
                <a16:creationId xmlns:a16="http://schemas.microsoft.com/office/drawing/2014/main" id="{6029D971-6F9A-7A61-F561-F9DCBA47AF65}"/>
              </a:ext>
            </a:extLst>
          </p:cNvPr>
          <p:cNvSpPr/>
          <p:nvPr/>
        </p:nvSpPr>
        <p:spPr>
          <a:xfrm>
            <a:off x="3542114" y="3315875"/>
            <a:ext cx="512064" cy="365760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3" name="Text 15">
            <a:extLst>
              <a:ext uri="{FF2B5EF4-FFF2-40B4-BE49-F238E27FC236}">
                <a16:creationId xmlns:a16="http://schemas.microsoft.com/office/drawing/2014/main" id="{B8767568-7DAA-2F48-0D42-9846353BB43F}"/>
              </a:ext>
            </a:extLst>
          </p:cNvPr>
          <p:cNvSpPr txBox="1"/>
          <p:nvPr/>
        </p:nvSpPr>
        <p:spPr>
          <a:xfrm>
            <a:off x="2952326" y="4038251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00"/>
                </a:solidFill>
                <a:latin typeface="Arial" pitchFamily="34" charset="0"/>
                <a:cs typeface="Arial" pitchFamily="34" charset="-120"/>
              </a:rPr>
              <a:t>Lukas Soukup</a:t>
            </a:r>
            <a:endParaRPr lang="en-US" sz="1500" dirty="0">
              <a:solidFill>
                <a:srgbClr val="006600"/>
              </a:solidFill>
            </a:endParaRPr>
          </a:p>
        </p:txBody>
      </p:sp>
      <p:sp>
        <p:nvSpPr>
          <p:cNvPr id="95" name="Shape 16">
            <a:extLst>
              <a:ext uri="{FF2B5EF4-FFF2-40B4-BE49-F238E27FC236}">
                <a16:creationId xmlns:a16="http://schemas.microsoft.com/office/drawing/2014/main" id="{9E7DAD51-4E02-BF36-F536-075A0AF2C562}"/>
              </a:ext>
            </a:extLst>
          </p:cNvPr>
          <p:cNvSpPr/>
          <p:nvPr/>
        </p:nvSpPr>
        <p:spPr>
          <a:xfrm>
            <a:off x="3523826" y="4504595"/>
            <a:ext cx="548640" cy="0"/>
          </a:xfrm>
          <a:prstGeom prst="line">
            <a:avLst/>
          </a:prstGeom>
          <a:noFill/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7" name="Text 17">
            <a:extLst>
              <a:ext uri="{FF2B5EF4-FFF2-40B4-BE49-F238E27FC236}">
                <a16:creationId xmlns:a16="http://schemas.microsoft.com/office/drawing/2014/main" id="{E048C533-9329-05FF-64E6-D6DFCD7AD5BC}"/>
              </a:ext>
            </a:extLst>
          </p:cNvPr>
          <p:cNvSpPr txBox="1"/>
          <p:nvPr/>
        </p:nvSpPr>
        <p:spPr>
          <a:xfrm>
            <a:off x="2924894" y="4614323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</a:t>
            </a:r>
            <a:endParaRPr lang="en-US" sz="900" dirty="0"/>
          </a:p>
        </p:txBody>
      </p:sp>
      <p:sp>
        <p:nvSpPr>
          <p:cNvPr id="99" name="Shape 18">
            <a:extLst>
              <a:ext uri="{FF2B5EF4-FFF2-40B4-BE49-F238E27FC236}">
                <a16:creationId xmlns:a16="http://schemas.microsoft.com/office/drawing/2014/main" id="{301C5D89-F8EE-96CC-91F8-A58E858DECE6}"/>
              </a:ext>
            </a:extLst>
          </p:cNvPr>
          <p:cNvSpPr/>
          <p:nvPr/>
        </p:nvSpPr>
        <p:spPr>
          <a:xfrm>
            <a:off x="4964006" y="2438051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1" name="Shape 19">
            <a:extLst>
              <a:ext uri="{FF2B5EF4-FFF2-40B4-BE49-F238E27FC236}">
                <a16:creationId xmlns:a16="http://schemas.microsoft.com/office/drawing/2014/main" id="{97F75691-30AD-F3DA-A50B-3DC95A8142EC}"/>
              </a:ext>
            </a:extLst>
          </p:cNvPr>
          <p:cNvSpPr/>
          <p:nvPr/>
        </p:nvSpPr>
        <p:spPr>
          <a:xfrm>
            <a:off x="5489786" y="2803811"/>
            <a:ext cx="914400" cy="914400"/>
          </a:xfrm>
          <a:prstGeom prst="ellipse">
            <a:avLst/>
          </a:prstGeom>
          <a:solidFill>
            <a:srgbClr val="E9EBEF"/>
          </a:solidFill>
          <a:ln w="12700">
            <a:solidFill>
              <a:srgbClr val="D5D9E1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03" name="Shape 20">
            <a:extLst>
              <a:ext uri="{FF2B5EF4-FFF2-40B4-BE49-F238E27FC236}">
                <a16:creationId xmlns:a16="http://schemas.microsoft.com/office/drawing/2014/main" id="{BC021EBF-5639-F8A6-47DF-7A82E9E8A4DA}"/>
              </a:ext>
            </a:extLst>
          </p:cNvPr>
          <p:cNvSpPr/>
          <p:nvPr/>
        </p:nvSpPr>
        <p:spPr>
          <a:xfrm>
            <a:off x="5818970" y="3004979"/>
            <a:ext cx="256032" cy="256032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5" name="Shape 21">
            <a:extLst>
              <a:ext uri="{FF2B5EF4-FFF2-40B4-BE49-F238E27FC236}">
                <a16:creationId xmlns:a16="http://schemas.microsoft.com/office/drawing/2014/main" id="{2B4DA267-E468-1A77-B671-819E2344B292}"/>
              </a:ext>
            </a:extLst>
          </p:cNvPr>
          <p:cNvSpPr/>
          <p:nvPr/>
        </p:nvSpPr>
        <p:spPr>
          <a:xfrm>
            <a:off x="5690954" y="3315875"/>
            <a:ext cx="512064" cy="365760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144C9E2F-00BA-BE5E-B151-D365843A4C01}"/>
              </a:ext>
            </a:extLst>
          </p:cNvPr>
          <p:cNvSpPr txBox="1"/>
          <p:nvPr/>
        </p:nvSpPr>
        <p:spPr>
          <a:xfrm>
            <a:off x="5101166" y="4038251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7C44"/>
                </a:solidFill>
                <a:latin typeface="Arial" pitchFamily="34" charset="0"/>
                <a:cs typeface="Arial" pitchFamily="34" charset="-120"/>
              </a:rPr>
              <a:t>Razije Tairi </a:t>
            </a:r>
            <a:endParaRPr lang="en-US" sz="1500" dirty="0">
              <a:solidFill>
                <a:srgbClr val="2D7C44"/>
              </a:solidFill>
            </a:endParaRPr>
          </a:p>
        </p:txBody>
      </p:sp>
      <p:sp>
        <p:nvSpPr>
          <p:cNvPr id="111" name="Shape 24">
            <a:extLst>
              <a:ext uri="{FF2B5EF4-FFF2-40B4-BE49-F238E27FC236}">
                <a16:creationId xmlns:a16="http://schemas.microsoft.com/office/drawing/2014/main" id="{063E9801-6948-C06A-B458-2AF1FBDFA2CD}"/>
              </a:ext>
            </a:extLst>
          </p:cNvPr>
          <p:cNvSpPr/>
          <p:nvPr/>
        </p:nvSpPr>
        <p:spPr>
          <a:xfrm>
            <a:off x="5672666" y="4504595"/>
            <a:ext cx="548640" cy="0"/>
          </a:xfrm>
          <a:prstGeom prst="line">
            <a:avLst/>
          </a:prstGeom>
          <a:noFill/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5" name="Shape 26">
            <a:extLst>
              <a:ext uri="{FF2B5EF4-FFF2-40B4-BE49-F238E27FC236}">
                <a16:creationId xmlns:a16="http://schemas.microsoft.com/office/drawing/2014/main" id="{913A58D4-6A25-FCD4-B2CD-1D0DE71D0F48}"/>
              </a:ext>
            </a:extLst>
          </p:cNvPr>
          <p:cNvSpPr/>
          <p:nvPr/>
        </p:nvSpPr>
        <p:spPr>
          <a:xfrm>
            <a:off x="7112846" y="2438051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7" name="Shape 27">
            <a:extLst>
              <a:ext uri="{FF2B5EF4-FFF2-40B4-BE49-F238E27FC236}">
                <a16:creationId xmlns:a16="http://schemas.microsoft.com/office/drawing/2014/main" id="{76578154-D241-70EF-CCD5-DF0C86FFE1CB}"/>
              </a:ext>
            </a:extLst>
          </p:cNvPr>
          <p:cNvSpPr/>
          <p:nvPr/>
        </p:nvSpPr>
        <p:spPr>
          <a:xfrm>
            <a:off x="7638626" y="2803811"/>
            <a:ext cx="914400" cy="914400"/>
          </a:xfrm>
          <a:prstGeom prst="ellipse">
            <a:avLst/>
          </a:prstGeom>
          <a:solidFill>
            <a:srgbClr val="E9EBEF"/>
          </a:solidFill>
          <a:ln w="12700">
            <a:solidFill>
              <a:srgbClr val="D5D9E1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19" name="Shape 28">
            <a:extLst>
              <a:ext uri="{FF2B5EF4-FFF2-40B4-BE49-F238E27FC236}">
                <a16:creationId xmlns:a16="http://schemas.microsoft.com/office/drawing/2014/main" id="{E811482B-14A5-D7FE-F087-320D854E09BF}"/>
              </a:ext>
            </a:extLst>
          </p:cNvPr>
          <p:cNvSpPr/>
          <p:nvPr/>
        </p:nvSpPr>
        <p:spPr>
          <a:xfrm>
            <a:off x="7967810" y="3004979"/>
            <a:ext cx="256032" cy="256032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1" name="Shape 29">
            <a:extLst>
              <a:ext uri="{FF2B5EF4-FFF2-40B4-BE49-F238E27FC236}">
                <a16:creationId xmlns:a16="http://schemas.microsoft.com/office/drawing/2014/main" id="{2D5DD611-5834-7F50-FC55-91832E78D5C3}"/>
              </a:ext>
            </a:extLst>
          </p:cNvPr>
          <p:cNvSpPr/>
          <p:nvPr/>
        </p:nvSpPr>
        <p:spPr>
          <a:xfrm>
            <a:off x="7839794" y="3315875"/>
            <a:ext cx="512064" cy="365760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5" name="Text 31">
            <a:extLst>
              <a:ext uri="{FF2B5EF4-FFF2-40B4-BE49-F238E27FC236}">
                <a16:creationId xmlns:a16="http://schemas.microsoft.com/office/drawing/2014/main" id="{AE3262CA-1F8B-1C57-A395-BA4DC9A531F3}"/>
              </a:ext>
            </a:extLst>
          </p:cNvPr>
          <p:cNvSpPr txBox="1"/>
          <p:nvPr/>
        </p:nvSpPr>
        <p:spPr>
          <a:xfrm>
            <a:off x="7250006" y="4038251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7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Romana</a:t>
            </a:r>
            <a:r>
              <a:rPr lang="en-US" sz="1500" b="1" i="1" dirty="0">
                <a:solidFill>
                  <a:srgbClr val="2D7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2D7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Sookyova</a:t>
            </a:r>
            <a:endParaRPr lang="en-US" sz="1500" dirty="0">
              <a:solidFill>
                <a:srgbClr val="2D7C44"/>
              </a:solidFill>
            </a:endParaRPr>
          </a:p>
        </p:txBody>
      </p:sp>
      <p:sp>
        <p:nvSpPr>
          <p:cNvPr id="127" name="Shape 32">
            <a:extLst>
              <a:ext uri="{FF2B5EF4-FFF2-40B4-BE49-F238E27FC236}">
                <a16:creationId xmlns:a16="http://schemas.microsoft.com/office/drawing/2014/main" id="{40CBED77-D8C7-549C-9F7E-E3D2F69D71C8}"/>
              </a:ext>
            </a:extLst>
          </p:cNvPr>
          <p:cNvSpPr/>
          <p:nvPr/>
        </p:nvSpPr>
        <p:spPr>
          <a:xfrm>
            <a:off x="7821506" y="4504595"/>
            <a:ext cx="548640" cy="0"/>
          </a:xfrm>
          <a:prstGeom prst="line">
            <a:avLst/>
          </a:prstGeom>
          <a:noFill/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9" name="Text 33">
            <a:extLst>
              <a:ext uri="{FF2B5EF4-FFF2-40B4-BE49-F238E27FC236}">
                <a16:creationId xmlns:a16="http://schemas.microsoft.com/office/drawing/2014/main" id="{79CAF2FC-9881-FA59-6733-AFB42E8FC527}"/>
              </a:ext>
            </a:extLst>
          </p:cNvPr>
          <p:cNvSpPr txBox="1"/>
          <p:nvPr/>
        </p:nvSpPr>
        <p:spPr>
          <a:xfrm>
            <a:off x="7222574" y="4614323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designer, Junior UX UI designer</a:t>
            </a:r>
            <a:endParaRPr lang="en-US" sz="900" dirty="0"/>
          </a:p>
        </p:txBody>
      </p:sp>
      <p:sp>
        <p:nvSpPr>
          <p:cNvPr id="131" name="Shape 34">
            <a:extLst>
              <a:ext uri="{FF2B5EF4-FFF2-40B4-BE49-F238E27FC236}">
                <a16:creationId xmlns:a16="http://schemas.microsoft.com/office/drawing/2014/main" id="{6F876397-97B0-1E20-2011-D8490935447C}"/>
              </a:ext>
            </a:extLst>
          </p:cNvPr>
          <p:cNvSpPr/>
          <p:nvPr/>
        </p:nvSpPr>
        <p:spPr>
          <a:xfrm>
            <a:off x="9261686" y="2438051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3" name="Shape 35">
            <a:extLst>
              <a:ext uri="{FF2B5EF4-FFF2-40B4-BE49-F238E27FC236}">
                <a16:creationId xmlns:a16="http://schemas.microsoft.com/office/drawing/2014/main" id="{976B7163-7286-9DAC-4C3D-2D8A1DBBCB1C}"/>
              </a:ext>
            </a:extLst>
          </p:cNvPr>
          <p:cNvSpPr/>
          <p:nvPr/>
        </p:nvSpPr>
        <p:spPr>
          <a:xfrm>
            <a:off x="9787466" y="2803811"/>
            <a:ext cx="914400" cy="914400"/>
          </a:xfrm>
          <a:prstGeom prst="ellipse">
            <a:avLst/>
          </a:prstGeom>
          <a:solidFill>
            <a:srgbClr val="E9EBEF"/>
          </a:solidFill>
          <a:ln w="12700">
            <a:solidFill>
              <a:srgbClr val="D5D9E1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35" name="Shape 36">
            <a:extLst>
              <a:ext uri="{FF2B5EF4-FFF2-40B4-BE49-F238E27FC236}">
                <a16:creationId xmlns:a16="http://schemas.microsoft.com/office/drawing/2014/main" id="{8DD4E138-A3FB-A21A-7D8F-B7FA83251199}"/>
              </a:ext>
            </a:extLst>
          </p:cNvPr>
          <p:cNvSpPr/>
          <p:nvPr/>
        </p:nvSpPr>
        <p:spPr>
          <a:xfrm>
            <a:off x="10116650" y="3004979"/>
            <a:ext cx="256032" cy="256032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7" name="Shape 37">
            <a:extLst>
              <a:ext uri="{FF2B5EF4-FFF2-40B4-BE49-F238E27FC236}">
                <a16:creationId xmlns:a16="http://schemas.microsoft.com/office/drawing/2014/main" id="{C604B7A3-E34A-5F33-9E08-54D9DB2D18FD}"/>
              </a:ext>
            </a:extLst>
          </p:cNvPr>
          <p:cNvSpPr/>
          <p:nvPr/>
        </p:nvSpPr>
        <p:spPr>
          <a:xfrm>
            <a:off x="9988634" y="3315875"/>
            <a:ext cx="512064" cy="365760"/>
          </a:xfrm>
          <a:prstGeom prst="ellipse">
            <a:avLst/>
          </a:prstGeom>
          <a:solidFill>
            <a:srgbClr val="C7CBD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1" name="Text 39">
            <a:extLst>
              <a:ext uri="{FF2B5EF4-FFF2-40B4-BE49-F238E27FC236}">
                <a16:creationId xmlns:a16="http://schemas.microsoft.com/office/drawing/2014/main" id="{DF315736-B725-B4A3-1D21-FF0A73CDB510}"/>
              </a:ext>
            </a:extLst>
          </p:cNvPr>
          <p:cNvSpPr txBox="1"/>
          <p:nvPr/>
        </p:nvSpPr>
        <p:spPr>
          <a:xfrm>
            <a:off x="9398846" y="4038251"/>
            <a:ext cx="1691640" cy="25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7C44"/>
                </a:solidFill>
                <a:latin typeface="Arial" pitchFamily="34" charset="0"/>
                <a:cs typeface="Arial" pitchFamily="34" charset="-120"/>
              </a:rPr>
              <a:t>Maria</a:t>
            </a:r>
            <a:r>
              <a:rPr lang="en-US" sz="1500" b="1" i="1" dirty="0">
                <a:solidFill>
                  <a:srgbClr val="5E6472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2D7C44"/>
                </a:solidFill>
                <a:latin typeface="Arial" pitchFamily="34" charset="0"/>
                <a:cs typeface="Arial" pitchFamily="34" charset="-120"/>
              </a:rPr>
              <a:t>Briza</a:t>
            </a:r>
          </a:p>
        </p:txBody>
      </p:sp>
      <p:sp>
        <p:nvSpPr>
          <p:cNvPr id="143" name="Shape 40">
            <a:extLst>
              <a:ext uri="{FF2B5EF4-FFF2-40B4-BE49-F238E27FC236}">
                <a16:creationId xmlns:a16="http://schemas.microsoft.com/office/drawing/2014/main" id="{3F9B5D81-5EAB-EC17-6D94-7464172D4660}"/>
              </a:ext>
            </a:extLst>
          </p:cNvPr>
          <p:cNvSpPr/>
          <p:nvPr/>
        </p:nvSpPr>
        <p:spPr>
          <a:xfrm>
            <a:off x="9970346" y="4504595"/>
            <a:ext cx="548640" cy="0"/>
          </a:xfrm>
          <a:prstGeom prst="line">
            <a:avLst/>
          </a:prstGeom>
          <a:noFill/>
          <a:ln w="12700">
            <a:solidFill>
              <a:srgbClr val="D5D9E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5" name="Text 41">
            <a:extLst>
              <a:ext uri="{FF2B5EF4-FFF2-40B4-BE49-F238E27FC236}">
                <a16:creationId xmlns:a16="http://schemas.microsoft.com/office/drawing/2014/main" id="{49D55BB9-B0C8-3AE8-33FB-FB4D5574221C}"/>
              </a:ext>
            </a:extLst>
          </p:cNvPr>
          <p:cNvSpPr txBox="1"/>
          <p:nvPr/>
        </p:nvSpPr>
        <p:spPr>
          <a:xfrm>
            <a:off x="9371414" y="4614323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Languages</a:t>
            </a:r>
            <a:endParaRPr lang="en-US" sz="900" dirty="0"/>
          </a:p>
        </p:txBody>
      </p:sp>
      <p:pic>
        <p:nvPicPr>
          <p:cNvPr id="65" name="Picture 5" descr="image.png">
            <a:extLst>
              <a:ext uri="{FF2B5EF4-FFF2-40B4-BE49-F238E27FC236}">
                <a16:creationId xmlns:a16="http://schemas.microsoft.com/office/drawing/2014/main" id="{2DBE1ABB-5890-C60F-D745-C24BBDAC0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186" y="2715126"/>
            <a:ext cx="1046051" cy="1046051"/>
          </a:xfrm>
          <a:prstGeom prst="rect">
            <a:avLst/>
          </a:prstGeom>
        </p:spPr>
      </p:pic>
      <p:sp>
        <p:nvSpPr>
          <p:cNvPr id="49" name="Text 21">
            <a:extLst>
              <a:ext uri="{FF2B5EF4-FFF2-40B4-BE49-F238E27FC236}">
                <a16:creationId xmlns:a16="http://schemas.microsoft.com/office/drawing/2014/main" id="{BF7D9EC4-B832-D78E-6445-E1C086DFA7BD}"/>
              </a:ext>
            </a:extLst>
          </p:cNvPr>
          <p:cNvSpPr txBox="1"/>
          <p:nvPr/>
        </p:nvSpPr>
        <p:spPr>
          <a:xfrm>
            <a:off x="5065724" y="4721896"/>
            <a:ext cx="1792224" cy="68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PT" sz="900" dirty="0">
                <a:solidFill>
                  <a:srgbClr val="5E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Doctoratal Research DBA,  Regulatory Projects</a:t>
            </a:r>
            <a:endParaRPr lang="en-US" sz="900" dirty="0">
              <a:solidFill>
                <a:srgbClr val="5E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47" name="Grafik 146">
            <a:extLst>
              <a:ext uri="{FF2B5EF4-FFF2-40B4-BE49-F238E27FC236}">
                <a16:creationId xmlns:a16="http://schemas.microsoft.com/office/drawing/2014/main" id="{A4388DFF-2098-1096-58E7-C9A7BFEC7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858" y="2711964"/>
            <a:ext cx="1061453" cy="1061111"/>
          </a:xfrm>
          <a:prstGeom prst="rect">
            <a:avLst/>
          </a:prstGeom>
        </p:spPr>
      </p:pic>
      <p:pic>
        <p:nvPicPr>
          <p:cNvPr id="153" name="Grafik 152">
            <a:extLst>
              <a:ext uri="{FF2B5EF4-FFF2-40B4-BE49-F238E27FC236}">
                <a16:creationId xmlns:a16="http://schemas.microsoft.com/office/drawing/2014/main" id="{EF3853E0-9F0C-F68A-1C0A-918C45E32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4674" y="2757417"/>
            <a:ext cx="960370" cy="960606"/>
          </a:xfrm>
          <a:prstGeom prst="rect">
            <a:avLst/>
          </a:prstGeom>
        </p:spPr>
      </p:pic>
      <p:pic>
        <p:nvPicPr>
          <p:cNvPr id="155" name="Grafik 154">
            <a:extLst>
              <a:ext uri="{FF2B5EF4-FFF2-40B4-BE49-F238E27FC236}">
                <a16:creationId xmlns:a16="http://schemas.microsoft.com/office/drawing/2014/main" id="{D1962BE6-A8DC-CB78-1140-8D5155BE86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489" y="2803811"/>
            <a:ext cx="929313" cy="92931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769FB44-7CE3-DAF6-F184-AB2A8F18BC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7497" y="2757416"/>
            <a:ext cx="1073739" cy="107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2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4BCA1-D6D7-519F-CDD0-E5D50456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A21DDB-0FB8-BEF9-0578-B9809FB3D069}"/>
              </a:ext>
            </a:extLst>
          </p:cNvPr>
          <p:cNvSpPr/>
          <p:nvPr/>
        </p:nvSpPr>
        <p:spPr>
          <a:xfrm>
            <a:off x="566928" y="265176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211294D-BEBF-DF44-83EB-8DB35B202426}"/>
              </a:ext>
            </a:extLst>
          </p:cNvPr>
          <p:cNvSpPr txBox="1"/>
          <p:nvPr/>
        </p:nvSpPr>
        <p:spPr>
          <a:xfrm>
            <a:off x="8758484" y="5761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2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PARTNER</a:t>
            </a:r>
            <a:endParaRPr lang="en-US" sz="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9DF7075-3FCD-7BB6-97B2-F164365EC74B}"/>
              </a:ext>
            </a:extLst>
          </p:cNvPr>
          <p:cNvSpPr/>
          <p:nvPr/>
        </p:nvSpPr>
        <p:spPr>
          <a:xfrm>
            <a:off x="10312964" y="6009316"/>
            <a:ext cx="1371600" cy="0"/>
          </a:xfrm>
          <a:prstGeom prst="line">
            <a:avLst/>
          </a:prstGeom>
          <a:noFill/>
          <a:ln w="12700">
            <a:solidFill>
              <a:srgbClr val="2C313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5C24F5F-DC58-4F94-C555-A67CD2C0C703}"/>
              </a:ext>
            </a:extLst>
          </p:cNvPr>
          <p:cNvSpPr txBox="1"/>
          <p:nvPr/>
        </p:nvSpPr>
        <p:spPr>
          <a:xfrm>
            <a:off x="767666" y="2025540"/>
            <a:ext cx="7000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4161B"/>
                </a:solidFill>
                <a:latin typeface="Arial" pitchFamily="34" charset="0"/>
                <a:cs typeface="Arial" pitchFamily="34" charset="-120"/>
              </a:rPr>
              <a:t>Annex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47E4CA0-AF6D-E6B5-10D8-2AEEC1B2F247}"/>
              </a:ext>
            </a:extLst>
          </p:cNvPr>
          <p:cNvSpPr txBox="1"/>
          <p:nvPr/>
        </p:nvSpPr>
        <p:spPr>
          <a:xfrm>
            <a:off x="829229" y="6223095"/>
            <a:ext cx="3229303" cy="24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Swiss {ai} Weeks 2026</a:t>
            </a:r>
            <a:endParaRPr lang="en-US" sz="105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B771B1A-8CA2-3783-2563-97262B4C0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722" y="6046841"/>
            <a:ext cx="1053819" cy="41222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E41137B-5FD7-A5DB-4D9D-C7A8FC9CE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017" y="177170"/>
            <a:ext cx="2582678" cy="93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68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6194-08C6-C70B-462E-65B38C40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344FB8-FF68-BC70-F3EA-C94B1B6463BE}"/>
              </a:ext>
            </a:extLst>
          </p:cNvPr>
          <p:cNvSpPr/>
          <p:nvPr/>
        </p:nvSpPr>
        <p:spPr>
          <a:xfrm>
            <a:off x="566928" y="265176"/>
            <a:ext cx="1828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BD77BE5-5969-C802-2155-F8958332D613}"/>
              </a:ext>
            </a:extLst>
          </p:cNvPr>
          <p:cNvSpPr txBox="1"/>
          <p:nvPr/>
        </p:nvSpPr>
        <p:spPr>
          <a:xfrm>
            <a:off x="8758484" y="5761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20" dirty="0">
                <a:solidFill>
                  <a:srgbClr val="9AA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PARTNER</a:t>
            </a:r>
            <a:endParaRPr lang="en-US" sz="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7B8588C-7A83-13D6-C52B-EE9F940F692B}"/>
              </a:ext>
            </a:extLst>
          </p:cNvPr>
          <p:cNvSpPr/>
          <p:nvPr/>
        </p:nvSpPr>
        <p:spPr>
          <a:xfrm>
            <a:off x="10312964" y="6009316"/>
            <a:ext cx="1371600" cy="0"/>
          </a:xfrm>
          <a:prstGeom prst="line">
            <a:avLst/>
          </a:prstGeom>
          <a:noFill/>
          <a:ln w="12700">
            <a:solidFill>
              <a:srgbClr val="2C313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CFF8633-6495-486F-DDA2-94C0D34D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722" y="6046841"/>
            <a:ext cx="1053819" cy="41222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8200F71-6937-3FD7-23F1-34CAC9DC2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88827"/>
            <a:ext cx="10169794" cy="670581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CAC5615-7F53-E491-23A2-EECBB1490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783" y="177170"/>
            <a:ext cx="1976912" cy="718070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959F66FF-CA21-816C-9F32-1DF2B47DD9E4}"/>
              </a:ext>
            </a:extLst>
          </p:cNvPr>
          <p:cNvSpPr txBox="1"/>
          <p:nvPr/>
        </p:nvSpPr>
        <p:spPr>
          <a:xfrm>
            <a:off x="8607381" y="848683"/>
            <a:ext cx="3411166" cy="60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</a:pPr>
            <a:r>
              <a:rPr lang="en-US" sz="3600" b="1" dirty="0">
                <a:solidFill>
                  <a:srgbClr val="14161B"/>
                </a:solidFill>
                <a:latin typeface="Arial" pitchFamily="34" charset="0"/>
                <a:cs typeface="Arial" pitchFamily="34" charset="-120"/>
              </a:rPr>
              <a:t>Design System</a:t>
            </a:r>
          </a:p>
        </p:txBody>
      </p:sp>
    </p:spTree>
    <p:extLst>
      <p:ext uri="{BB962C8B-B14F-4D97-AF65-F5344CB8AC3E}">
        <p14:creationId xmlns:p14="http://schemas.microsoft.com/office/powerpoint/2010/main" val="120061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Breitbild</PresentationFormat>
  <Paragraphs>57</Paragraphs>
  <Slides>6</Slides>
  <Notes>6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IBM Plex Mono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Razije Tairi</cp:lastModifiedBy>
  <cp:revision>1</cp:revision>
  <dcterms:created xsi:type="dcterms:W3CDTF">2026-09-24T22:21:39Z</dcterms:created>
  <dcterms:modified xsi:type="dcterms:W3CDTF">2026-09-25T09:54:41Z</dcterms:modified>
</cp:coreProperties>
</file>